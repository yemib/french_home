
<file path=[Content_Types].xml><?xml version="1.0" encoding="utf-8"?>
<Types xmlns="http://schemas.openxmlformats.org/package/2006/content-types">
  <Override PartName="/ppt/slides/slide29.xml" ContentType="application/vnd.openxmlformats-officedocument.presentationml.slide+xml"/>
  <Override PartName="/ppt/diagrams/data17.xml" ContentType="application/vnd.openxmlformats-officedocument.drawingml.diagramData+xml"/>
  <Override PartName="/ppt/diagrams/colors22.xml" ContentType="application/vnd.openxmlformats-officedocument.drawingml.diagramColor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colors11.xml" ContentType="application/vnd.openxmlformats-officedocument.drawingml.diagramColors+xml"/>
  <Override PartName="/ppt/diagrams/data24.xml" ContentType="application/vnd.openxmlformats-officedocument.drawingml.diagramData+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Override PartName="/ppt/diagrams/quickStyle28.xml" ContentType="application/vnd.openxmlformats-officedocument.drawingml.diagramStyle+xml"/>
  <Override PartName="/ppt/diagrams/data31.xml" ContentType="application/vnd.openxmlformats-officedocument.drawingml.diagramData+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diagrams/quickStyle17.xml" ContentType="application/vnd.openxmlformats-officedocument.drawingml.diagramStyle+xml"/>
  <Override PartName="/ppt/diagrams/data20.xml" ContentType="application/vnd.openxmlformats-officedocument.drawingml.diagramData+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Override PartName="/ppt/diagrams/layout17.xml" ContentType="application/vnd.openxmlformats-officedocument.drawingml.diagramLayout+xml"/>
  <Override PartName="/ppt/diagrams/quickStyle24.xml" ContentType="application/vnd.openxmlformats-officedocument.drawingml.diagramStyle+xml"/>
  <Override PartName="/ppt/diagrams/layout28.xml" ContentType="application/vnd.openxmlformats-officedocument.drawingml.diagramLayout+xml"/>
  <Override PartName="/ppt/diagrams/colors8.xml" ContentType="application/vnd.openxmlformats-officedocument.drawingml.diagramColors+xml"/>
  <Override PartName="/ppt/diagrams/quickStyle13.xml" ContentType="application/vnd.openxmlformats-officedocument.drawingml.diagramStyle+xml"/>
  <Override PartName="/ppt/diagrams/quickStyle31.xml" ContentType="application/vnd.openxmlformats-officedocument.drawingml.diagramStyle+xml"/>
  <Override PartName="/ppt/diagrams/layout1.xml" ContentType="application/vnd.openxmlformats-officedocument.drawingml.diagramLayout+xml"/>
  <Override PartName="/ppt/diagrams/data2.xml" ContentType="application/vnd.openxmlformats-officedocument.drawingml.diagramData+xml"/>
  <Override PartName="/ppt/diagrams/layout13.xml" ContentType="application/vnd.openxmlformats-officedocument.drawingml.diagramLayout+xml"/>
  <Override PartName="/ppt/diagrams/quickStyle20.xml" ContentType="application/vnd.openxmlformats-officedocument.drawingml.diagramStyle+xml"/>
  <Override PartName="/ppt/diagrams/layout24.xml" ContentType="application/vnd.openxmlformats-officedocument.drawingml.diagramLayout+xml"/>
  <Override PartName="/ppt/diagrams/colors27.xml" ContentType="application/vnd.openxmlformats-officedocument.drawingml.diagramColors+xml"/>
  <Override PartName="/ppt/diagrams/data29.xml" ContentType="application/vnd.openxmlformats-officedocument.drawingml.diagramData+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diagrams/quickStyle7.xml" ContentType="application/vnd.openxmlformats-officedocument.drawingml.diagramStyle+xml"/>
  <Override PartName="/ppt/diagrams/colors16.xml" ContentType="application/vnd.openxmlformats-officedocument.drawingml.diagramColors+xml"/>
  <Override PartName="/ppt/diagrams/data18.xml" ContentType="application/vnd.openxmlformats-officedocument.drawingml.diagramData+xml"/>
  <Override PartName="/ppt/diagrams/layout31.xml" ContentType="application/vnd.openxmlformats-officedocument.drawingml.diagramLayout+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12.xml" ContentType="application/vnd.openxmlformats-officedocument.drawingml.diagramColors+xml"/>
  <Override PartName="/ppt/diagrams/layout20.xml" ContentType="application/vnd.openxmlformats-officedocument.drawingml.diagramLayout+xml"/>
  <Override PartName="/ppt/diagrams/colors23.xml" ContentType="application/vnd.openxmlformats-officedocument.drawingml.diagramColors+xml"/>
  <Override PartName="/ppt/diagrams/data25.xml" ContentType="application/vnd.openxmlformats-officedocument.drawingml.diagramData+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diagrams/quickStyle3.xml" ContentType="application/vnd.openxmlformats-officedocument.drawingml.diagramStyle+xml"/>
  <Override PartName="/ppt/diagrams/data14.xml" ContentType="application/vnd.openxmlformats-officedocument.drawingml.diagramData+xml"/>
  <Override PartName="/ppt/diagrams/colors30.xml" ContentType="application/vnd.openxmlformats-officedocument.drawingml.diagramColors+xml"/>
  <Override PartName="/ppt/diagrams/data32.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diagrams/data21.xml" ContentType="application/vnd.openxmlformats-officedocument.drawingml.diagramData+xml"/>
  <Override PartName="/ppt/diagrams/quickStyle29.xml" ContentType="application/vnd.openxmlformats-officedocument.drawingml.diagramStyle+xml"/>
  <Override PartName="/ppt/presentation.xml" ContentType="application/vnd.openxmlformats-officedocument.presentationml.presentation.main+xml"/>
  <Override PartName="/ppt/slides/slide22.xml" ContentType="application/vnd.openxmlformats-officedocument.presentationml.slide+xml"/>
  <Override PartName="/ppt/diagrams/layout6.xml" ContentType="application/vnd.openxmlformats-officedocument.drawingml.diagramLayout+xml"/>
  <Override PartName="/ppt/diagrams/data10.xml" ContentType="application/vnd.openxmlformats-officedocument.drawingml.diagramData+xml"/>
  <Override PartName="/ppt/diagrams/quickStyle18.xml" ContentType="application/vnd.openxmlformats-officedocument.drawingml.diagramStyle+xml"/>
  <Override PartName="/ppt/diagrams/layout29.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layout18.xml" ContentType="application/vnd.openxmlformats-officedocument.drawingml.diagramLayout+xml"/>
  <Override PartName="/ppt/diagrams/quickStyle25.xml" ContentType="application/vnd.openxmlformats-officedocument.drawingml.diagramStyle+xml"/>
  <Override PartName="/ppt/slideLayouts/slideLayout10.xml" ContentType="application/vnd.openxmlformats-officedocument.presentationml.slideLayout+xml"/>
  <Override PartName="/ppt/diagrams/layout2.xml" ContentType="application/vnd.openxmlformats-officedocument.drawingml.diagramLayout+xml"/>
  <Default Extension="gif" ContentType="image/gif"/>
  <Override PartName="/ppt/diagrams/layout25.xml" ContentType="application/vnd.openxmlformats-officedocument.drawingml.diagramLayout+xml"/>
  <Override PartName="/ppt/diagrams/colors28.xml" ContentType="application/vnd.openxmlformats-officedocument.drawingml.diagramColors+xml"/>
  <Override PartName="/ppt/diagrams/quickStyle32.xml" ContentType="application/vnd.openxmlformats-officedocument.drawingml.diagramStyle+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quickStyle10.xml" ContentType="application/vnd.openxmlformats-officedocument.drawingml.diagramStyle+xml"/>
  <Override PartName="/ppt/diagrams/layout14.xml" ContentType="application/vnd.openxmlformats-officedocument.drawingml.diagramLayout+xml"/>
  <Override PartName="/ppt/diagrams/colors17.xml" ContentType="application/vnd.openxmlformats-officedocument.drawingml.diagramColors+xml"/>
  <Override PartName="/ppt/diagrams/quickStyle21.xml" ContentType="application/vnd.openxmlformats-officedocument.drawingml.diagramStyle+xml"/>
  <Override PartName="/ppt/diagrams/layout32.xml" ContentType="application/vnd.openxmlformats-officedocument.drawingml.diagramLayout+xml"/>
  <Override PartName="/ppt/diagrams/data19.xml" ContentType="application/vnd.openxmlformats-officedocument.drawingml.diagramData+xml"/>
  <Override PartName="/ppt/diagrams/layout21.xml" ContentType="application/vnd.openxmlformats-officedocument.drawingml.diagramLayout+xml"/>
  <Override PartName="/ppt/diagrams/colors24.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diagrams/colors13.xml" ContentType="application/vnd.openxmlformats-officedocument.drawingml.diagramColors+xml"/>
  <Override PartName="/ppt/diagrams/data26.xml" ContentType="application/vnd.openxmlformats-officedocument.drawingml.diagramData+xml"/>
  <Override PartName="/ppt/diagrams/colors3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diagrams/data15.xml" ContentType="application/vnd.openxmlformats-officedocument.drawingml.diagramData+xml"/>
  <Override PartName="/ppt/diagrams/colors20.xml" ContentType="application/vnd.openxmlformats-officedocument.drawingml.diagramColors+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diagrams/data11.xml" ContentType="application/vnd.openxmlformats-officedocument.drawingml.diagramData+xml"/>
  <Override PartName="/ppt/diagrams/quickStyle19.xml" ContentType="application/vnd.openxmlformats-officedocument.drawingml.diagramStyle+xml"/>
  <Override PartName="/ppt/diagrams/data22.xml" ContentType="application/vnd.openxmlformats-officedocument.drawingml.diagramData+xml"/>
  <Default Extension="rels" ContentType="application/vnd.openxmlformats-package.relationships+xml"/>
  <Override PartName="/ppt/slides/slide23.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diagrams/quickStyle26.xml" ContentType="application/vnd.openxmlformats-officedocument.drawingml.diagramStyl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layout19.xml" ContentType="application/vnd.openxmlformats-officedocument.drawingml.diagramLayout+xml"/>
  <Override PartName="/ppt/diagrams/layout3.xml" ContentType="application/vnd.openxmlformats-officedocument.drawingml.diagramLayout+xml"/>
  <Override PartName="/ppt/diagrams/data4.xml" ContentType="application/vnd.openxmlformats-officedocument.drawingml.diagramData+xml"/>
  <Override PartName="/ppt/diagrams/layout15.xml" ContentType="application/vnd.openxmlformats-officedocument.drawingml.diagramLayout+xml"/>
  <Override PartName="/ppt/diagrams/quickStyle22.xml" ContentType="application/vnd.openxmlformats-officedocument.drawingml.diagramStyle+xml"/>
  <Override PartName="/ppt/diagrams/layout26.xml" ContentType="application/vnd.openxmlformats-officedocument.drawingml.diagramLayout+xml"/>
  <Override PartName="/ppt/diagrams/colors29.xml" ContentType="application/vnd.openxmlformats-officedocument.drawingml.diagramColors+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colors18.xml" ContentType="application/vnd.openxmlformats-officedocument.drawingml.diagramColors+xml"/>
  <Override PartName="/ppt/slides/slide7.xml" ContentType="application/vnd.openxmlformats-officedocument.presentationml.slide+xml"/>
  <Override PartName="/ppt/slideLayouts/slideLayout9.xml" ContentType="application/vnd.openxmlformats-officedocument.presentationml.slideLayout+xml"/>
  <Override PartName="/ppt/diagrams/layout11.xml" ContentType="application/vnd.openxmlformats-officedocument.drawingml.diagramLayout+xml"/>
  <Override PartName="/ppt/diagrams/colors14.xml" ContentType="application/vnd.openxmlformats-officedocument.drawingml.diagramColors+xml"/>
  <Override PartName="/ppt/diagrams/layout22.xml" ContentType="application/vnd.openxmlformats-officedocument.drawingml.diagramLayout+xml"/>
  <Override PartName="/ppt/diagrams/colors25.xml" ContentType="application/vnd.openxmlformats-officedocument.drawingml.diagramColors+xml"/>
  <Override PartName="/ppt/diagrams/data27.xml" ContentType="application/vnd.openxmlformats-officedocument.drawingml.diagramData+xml"/>
  <Override PartName="/ppt/slides/slide28.xml" ContentType="application/vnd.openxmlformats-officedocument.presentationml.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Override PartName="/ppt/diagrams/colors3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diagrams/colors10.xml" ContentType="application/vnd.openxmlformats-officedocument.drawingml.diagramColors+xml"/>
  <Override PartName="/ppt/diagrams/colors21.xml" ContentType="application/vnd.openxmlformats-officedocument.drawingml.diagramColors+xml"/>
  <Override PartName="/ppt/diagrams/data23.xml" ContentType="application/vnd.openxmlformats-officedocument.drawingml.diagramData+xml"/>
  <Override PartName="/ppt/slides/slide24.xml" ContentType="application/vnd.openxmlformats-officedocument.presentationml.slide+xml"/>
  <Override PartName="/ppt/slides/slide35.xml" ContentType="application/vnd.openxmlformats-officedocument.presentationml.slide+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Override PartName="/ppt/diagrams/data30.xml" ContentType="application/vnd.openxmlformats-officedocument.drawingml.diagramData+xml"/>
  <Override PartName="/ppt/slides/slide1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diagrams/data9.xml" ContentType="application/vnd.openxmlformats-officedocument.drawingml.diagramData+xml"/>
  <Override PartName="/ppt/diagrams/quickStyle16.xml" ContentType="application/vnd.openxmlformats-officedocument.drawingml.diagramStyle+xml"/>
  <Override PartName="/ppt/diagrams/quickStyle27.xml" ContentType="application/vnd.openxmlformats-officedocument.drawingml.diagramStyle+xml"/>
  <Override PartName="/ppt/slides/slide20.xml" ContentType="application/vnd.openxmlformats-officedocument.presentationml.slide+xml"/>
  <Override PartName="/ppt/diagrams/layout4.xml" ContentType="application/vnd.openxmlformats-officedocument.drawingml.diagramLayout+xml"/>
  <Override PartName="/ppt/diagrams/layout27.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quickStyle12.xml" ContentType="application/vnd.openxmlformats-officedocument.drawingml.diagramStyle+xml"/>
  <Override PartName="/ppt/diagrams/layout16.xml" ContentType="application/vnd.openxmlformats-officedocument.drawingml.diagramLayout+xml"/>
  <Override PartName="/ppt/diagrams/colors19.xml" ContentType="application/vnd.openxmlformats-officedocument.drawingml.diagramColors+xml"/>
  <Override PartName="/ppt/diagrams/quickStyle23.xml" ContentType="application/vnd.openxmlformats-officedocument.drawingml.diagramStyle+xml"/>
  <Override PartName="/ppt/diagrams/layout23.xml" ContentType="application/vnd.openxmlformats-officedocument.drawingml.diagramLayout+xml"/>
  <Override PartName="/ppt/diagrams/colors26.xml" ContentType="application/vnd.openxmlformats-officedocument.drawingml.diagramColors+xml"/>
  <Override PartName="/ppt/diagrams/quickStyle30.xml" ContentType="application/vnd.openxmlformats-officedocument.drawingml.diagramStyle+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ppt/diagrams/data28.xml" ContentType="application/vnd.openxmlformats-officedocument.drawingml.diagramData+xml"/>
  <Override PartName="/ppt/diagrams/layout30.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59" r:id="rId4"/>
    <p:sldId id="310" r:id="rId5"/>
    <p:sldId id="261" r:id="rId6"/>
    <p:sldId id="278" r:id="rId7"/>
    <p:sldId id="279" r:id="rId8"/>
    <p:sldId id="280" r:id="rId9"/>
    <p:sldId id="281" r:id="rId10"/>
    <p:sldId id="282" r:id="rId11"/>
    <p:sldId id="283" r:id="rId12"/>
    <p:sldId id="284" r:id="rId13"/>
    <p:sldId id="285" r:id="rId14"/>
    <p:sldId id="311" r:id="rId15"/>
    <p:sldId id="286" r:id="rId16"/>
    <p:sldId id="287" r:id="rId17"/>
    <p:sldId id="288" r:id="rId18"/>
    <p:sldId id="289" r:id="rId19"/>
    <p:sldId id="306" r:id="rId20"/>
    <p:sldId id="291" r:id="rId21"/>
    <p:sldId id="292" r:id="rId22"/>
    <p:sldId id="293" r:id="rId23"/>
    <p:sldId id="294" r:id="rId24"/>
    <p:sldId id="295" r:id="rId25"/>
    <p:sldId id="296" r:id="rId26"/>
    <p:sldId id="297" r:id="rId27"/>
    <p:sldId id="298" r:id="rId28"/>
    <p:sldId id="299" r:id="rId29"/>
    <p:sldId id="300" r:id="rId30"/>
    <p:sldId id="307" r:id="rId31"/>
    <p:sldId id="302" r:id="rId32"/>
    <p:sldId id="309" r:id="rId33"/>
    <p:sldId id="308" r:id="rId34"/>
    <p:sldId id="303" r:id="rId35"/>
    <p:sldId id="304" r:id="rId36"/>
    <p:sldId id="277" r:id="rId37"/>
    <p:sldId id="305" r:id="rId3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66" d="100"/>
          <a:sy n="66" d="100"/>
        </p:scale>
        <p:origin x="-1488" y="-14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_rels/data1.xml.rels><?xml version="1.0" encoding="UTF-8" standalone="yes"?>
<Relationships xmlns="http://schemas.openxmlformats.org/package/2006/relationships"><Relationship Id="rId1" Type="http://schemas.openxmlformats.org/officeDocument/2006/relationships/image" Target="../media/image2.jpeg"/></Relationships>
</file>

<file path=ppt/diagrams/_rels/data2.xml.rels><?xml version="1.0" encoding="UTF-8" standalone="yes"?>
<Relationships xmlns="http://schemas.openxmlformats.org/package/2006/relationships"><Relationship Id="rId1" Type="http://schemas.openxmlformats.org/officeDocument/2006/relationships/image" Target="../media/image3.jpeg"/></Relationships>
</file>

<file path=ppt/diagrams/_rels/data3.xml.rels><?xml version="1.0" encoding="UTF-8" standalone="yes"?>
<Relationships xmlns="http://schemas.openxmlformats.org/package/2006/relationships"><Relationship Id="rId1" Type="http://schemas.openxmlformats.org/officeDocument/2006/relationships/image" Target="../media/image4.gif"/></Relationships>
</file>

<file path=ppt/diagrams/_rels/data4.xml.rels><?xml version="1.0" encoding="UTF-8" standalone="yes"?>
<Relationships xmlns="http://schemas.openxmlformats.org/package/2006/relationships"><Relationship Id="rId1" Type="http://schemas.openxmlformats.org/officeDocument/2006/relationships/image" Target="../media/image6.jpeg"/></Relationships>
</file>

<file path=ppt/diagrams/_rels/data5.xml.rels><?xml version="1.0" encoding="UTF-8" standalone="yes"?>
<Relationships xmlns="http://schemas.openxmlformats.org/package/2006/relationships"><Relationship Id="rId1" Type="http://schemas.openxmlformats.org/officeDocument/2006/relationships/image" Target="../media/image7.jpeg"/></Relationships>
</file>

<file path=ppt/diagrams/_rels/data6.xml.rels><?xml version="1.0" encoding="UTF-8" standalone="yes"?>
<Relationships xmlns="http://schemas.openxmlformats.org/package/2006/relationships"><Relationship Id="rId1" Type="http://schemas.openxmlformats.org/officeDocument/2006/relationships/image" Target="../media/image8.jpeg"/></Relationships>
</file>

<file path=ppt/diagrams/_rels/data7.xml.rels><?xml version="1.0" encoding="UTF-8" standalone="yes"?>
<Relationships xmlns="http://schemas.openxmlformats.org/package/2006/relationships"><Relationship Id="rId1" Type="http://schemas.openxmlformats.org/officeDocument/2006/relationships/image" Target="../media/image9.jpeg"/></Relationships>
</file>

<file path=ppt/diagrams/_rels/data8.xml.rels><?xml version="1.0" encoding="UTF-8" standalone="yes"?>
<Relationships xmlns="http://schemas.openxmlformats.org/package/2006/relationships"><Relationship Id="rId1" Type="http://schemas.openxmlformats.org/officeDocument/2006/relationships/image" Target="../media/image10.png"/></Relationships>
</file>

<file path=ppt/diagrams/_rels/data9.xml.rels><?xml version="1.0" encoding="UTF-8" standalone="yes"?>
<Relationships xmlns="http://schemas.openxmlformats.org/package/2006/relationships"><Relationship Id="rId1" Type="http://schemas.openxmlformats.org/officeDocument/2006/relationships/image" Target="../media/image11.jpeg"/></Relationships>
</file>

<file path=ppt/diagrams/_rels/data10.xml.rels><?xml version="1.0" encoding="UTF-8" standalone="yes"?>
<Relationships xmlns="http://schemas.openxmlformats.org/package/2006/relationships"><Relationship Id="rId1" Type="http://schemas.openxmlformats.org/officeDocument/2006/relationships/image" Target="../media/image12.jpeg"/></Relationships>
</file>

<file path=ppt/diagrams/_rels/data11.xml.rels><?xml version="1.0" encoding="UTF-8" standalone="yes"?>
<Relationships xmlns="http://schemas.openxmlformats.org/package/2006/relationships"><Relationship Id="rId1" Type="http://schemas.openxmlformats.org/officeDocument/2006/relationships/image" Target="../media/image13.png"/></Relationships>
</file>

<file path=ppt/diagrams/_rels/data12.xml.rels><?xml version="1.0" encoding="UTF-8" standalone="yes"?>
<Relationships xmlns="http://schemas.openxmlformats.org/package/2006/relationships"><Relationship Id="rId1" Type="http://schemas.openxmlformats.org/officeDocument/2006/relationships/image" Target="../media/image14.jpeg"/></Relationships>
</file>

<file path=ppt/diagrams/_rels/data13.xml.rels><?xml version="1.0" encoding="UTF-8" standalone="yes"?>
<Relationships xmlns="http://schemas.openxmlformats.org/package/2006/relationships"><Relationship Id="rId1" Type="http://schemas.openxmlformats.org/officeDocument/2006/relationships/image" Target="../media/image16.png"/></Relationships>
</file>

<file path=ppt/diagrams/_rels/data14.xml.rels><?xml version="1.0" encoding="UTF-8" standalone="yes"?>
<Relationships xmlns="http://schemas.openxmlformats.org/package/2006/relationships"><Relationship Id="rId1" Type="http://schemas.openxmlformats.org/officeDocument/2006/relationships/image" Target="../media/image17.jpeg"/></Relationships>
</file>

<file path=ppt/diagrams/_rels/data15.xml.rels><?xml version="1.0" encoding="UTF-8" standalone="yes"?>
<Relationships xmlns="http://schemas.openxmlformats.org/package/2006/relationships"><Relationship Id="rId1" Type="http://schemas.openxmlformats.org/officeDocument/2006/relationships/image" Target="../media/image18.jpeg"/></Relationships>
</file>

<file path=ppt/diagrams/_rels/data16.xml.rels><?xml version="1.0" encoding="UTF-8" standalone="yes"?>
<Relationships xmlns="http://schemas.openxmlformats.org/package/2006/relationships"><Relationship Id="rId1" Type="http://schemas.openxmlformats.org/officeDocument/2006/relationships/image" Target="../media/image19.png"/></Relationships>
</file>

<file path=ppt/diagrams/_rels/data17.xml.rels><?xml version="1.0" encoding="UTF-8" standalone="yes"?>
<Relationships xmlns="http://schemas.openxmlformats.org/package/2006/relationships"><Relationship Id="rId1" Type="http://schemas.openxmlformats.org/officeDocument/2006/relationships/image" Target="../media/image20.jpeg"/></Relationships>
</file>

<file path=ppt/diagrams/_rels/data18.xml.rels><?xml version="1.0" encoding="UTF-8" standalone="yes"?>
<Relationships xmlns="http://schemas.openxmlformats.org/package/2006/relationships"><Relationship Id="rId1" Type="http://schemas.openxmlformats.org/officeDocument/2006/relationships/image" Target="../media/image21.png"/></Relationships>
</file>

<file path=ppt/diagrams/_rels/data19.xml.rels><?xml version="1.0" encoding="UTF-8" standalone="yes"?>
<Relationships xmlns="http://schemas.openxmlformats.org/package/2006/relationships"><Relationship Id="rId1" Type="http://schemas.openxmlformats.org/officeDocument/2006/relationships/image" Target="../media/image22.png"/></Relationships>
</file>

<file path=ppt/diagrams/_rels/data20.xml.rels><?xml version="1.0" encoding="UTF-8" standalone="yes"?>
<Relationships xmlns="http://schemas.openxmlformats.org/package/2006/relationships"><Relationship Id="rId1" Type="http://schemas.openxmlformats.org/officeDocument/2006/relationships/image" Target="../media/image23.png"/></Relationships>
</file>

<file path=ppt/diagrams/_rels/data21.xml.rels><?xml version="1.0" encoding="UTF-8" standalone="yes"?>
<Relationships xmlns="http://schemas.openxmlformats.org/package/2006/relationships"><Relationship Id="rId1" Type="http://schemas.openxmlformats.org/officeDocument/2006/relationships/image" Target="../media/image24.png"/></Relationships>
</file>

<file path=ppt/diagrams/_rels/data22.xml.rels><?xml version="1.0" encoding="UTF-8" standalone="yes"?>
<Relationships xmlns="http://schemas.openxmlformats.org/package/2006/relationships"><Relationship Id="rId1" Type="http://schemas.openxmlformats.org/officeDocument/2006/relationships/image" Target="../media/image25.png"/></Relationships>
</file>

<file path=ppt/diagrams/_rels/data23.xml.rels><?xml version="1.0" encoding="UTF-8" standalone="yes"?>
<Relationships xmlns="http://schemas.openxmlformats.org/package/2006/relationships"><Relationship Id="rId1" Type="http://schemas.openxmlformats.org/officeDocument/2006/relationships/image" Target="../media/image26.png"/></Relationships>
</file>

<file path=ppt/diagrams/_rels/data24.xml.rels><?xml version="1.0" encoding="UTF-8" standalone="yes"?>
<Relationships xmlns="http://schemas.openxmlformats.org/package/2006/relationships"><Relationship Id="rId1" Type="http://schemas.openxmlformats.org/officeDocument/2006/relationships/image" Target="../media/image27.png"/></Relationships>
</file>

<file path=ppt/diagrams/_rels/data26.xml.rels><?xml version="1.0" encoding="UTF-8" standalone="yes"?>
<Relationships xmlns="http://schemas.openxmlformats.org/package/2006/relationships"><Relationship Id="rId1" Type="http://schemas.openxmlformats.org/officeDocument/2006/relationships/image" Target="../media/image28.png"/></Relationships>
</file>

<file path=ppt/diagrams/_rels/data27.xml.rels><?xml version="1.0" encoding="UTF-8" standalone="yes"?>
<Relationships xmlns="http://schemas.openxmlformats.org/package/2006/relationships"><Relationship Id="rId1" Type="http://schemas.openxmlformats.org/officeDocument/2006/relationships/image" Target="../media/image29.jpeg"/></Relationships>
</file>

<file path=ppt/diagrams/_rels/data28.xml.rels><?xml version="1.0" encoding="UTF-8" standalone="yes"?>
<Relationships xmlns="http://schemas.openxmlformats.org/package/2006/relationships"><Relationship Id="rId1" Type="http://schemas.openxmlformats.org/officeDocument/2006/relationships/image" Target="../media/image30.jpeg"/></Relationships>
</file>

<file path=ppt/diagrams/_rels/data29.xml.rels><?xml version="1.0" encoding="UTF-8" standalone="yes"?>
<Relationships xmlns="http://schemas.openxmlformats.org/package/2006/relationships"><Relationship Id="rId1" Type="http://schemas.openxmlformats.org/officeDocument/2006/relationships/image" Target="../media/image33.png"/></Relationships>
</file>

<file path=ppt/diagrams/_rels/data30.xml.rels><?xml version="1.0" encoding="UTF-8" standalone="yes"?>
<Relationships xmlns="http://schemas.openxmlformats.org/package/2006/relationships"><Relationship Id="rId1" Type="http://schemas.openxmlformats.org/officeDocument/2006/relationships/image" Target="../media/image34.jpeg"/></Relationships>
</file>

<file path=ppt/diagrams/_rels/data31.xml.rels><?xml version="1.0" encoding="UTF-8" standalone="yes"?>
<Relationships xmlns="http://schemas.openxmlformats.org/package/2006/relationships"><Relationship Id="rId1" Type="http://schemas.openxmlformats.org/officeDocument/2006/relationships/image" Target="../media/image35.png"/></Relationships>
</file>

<file path=ppt/diagrams/_rels/data32.xml.rels><?xml version="1.0" encoding="UTF-8" standalone="yes"?>
<Relationships xmlns="http://schemas.openxmlformats.org/package/2006/relationships"><Relationship Id="rId1" Type="http://schemas.openxmlformats.org/officeDocument/2006/relationships/image" Target="../media/image36.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CDCE89-147E-43BD-8BB9-459C12885ABD}"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fr-FR"/>
        </a:p>
      </dgm:t>
    </dgm:pt>
    <dgm:pt modelId="{3445EA78-DFFD-4AE4-A909-A569F47F4473}">
      <dgm:prSet custT="1">
        <dgm:style>
          <a:lnRef idx="0">
            <a:schemeClr val="accent2"/>
          </a:lnRef>
          <a:fillRef idx="3">
            <a:schemeClr val="accent2"/>
          </a:fillRef>
          <a:effectRef idx="3">
            <a:schemeClr val="accent2"/>
          </a:effectRef>
          <a:fontRef idx="minor">
            <a:schemeClr val="lt1"/>
          </a:fontRef>
        </dgm:style>
      </dgm:prSet>
      <dgm:spPr/>
      <dgm:t>
        <a:bodyPr/>
        <a:lstStyle/>
        <a:p>
          <a:pPr rtl="0">
            <a:lnSpc>
              <a:spcPct val="90000"/>
            </a:lnSpc>
          </a:pPr>
          <a:endParaRPr lang="en-GB" sz="2400" b="1" dirty="0" smtClean="0"/>
        </a:p>
        <a:p>
          <a:pPr rtl="0">
            <a:lnSpc>
              <a:spcPct val="100000"/>
            </a:lnSpc>
          </a:pPr>
          <a:r>
            <a:rPr lang="en-GB" sz="2400" b="1" dirty="0" smtClean="0"/>
            <a:t>UNIVERSITY LIBRARY</a:t>
          </a:r>
          <a:r>
            <a:rPr lang="fr-FR" sz="2400" dirty="0" smtClean="0"/>
            <a:t/>
          </a:r>
          <a:br>
            <a:rPr lang="fr-FR" sz="2400" dirty="0" smtClean="0"/>
          </a:br>
          <a:r>
            <a:rPr lang="en-GB" sz="2400" b="1" dirty="0" smtClean="0"/>
            <a:t>EKITI STATE UNIVERSITY, </a:t>
          </a:r>
        </a:p>
        <a:p>
          <a:pPr rtl="0">
            <a:lnSpc>
              <a:spcPct val="100000"/>
            </a:lnSpc>
          </a:pPr>
          <a:r>
            <a:rPr lang="en-GB" sz="2400" b="1" dirty="0" smtClean="0"/>
            <a:t>ADO-EKITI</a:t>
          </a:r>
          <a:r>
            <a:rPr lang="fr-FR" sz="2400" dirty="0" smtClean="0"/>
            <a:t/>
          </a:r>
          <a:br>
            <a:rPr lang="fr-FR" sz="2400" dirty="0" smtClean="0"/>
          </a:br>
          <a:endParaRPr lang="fr-FR" sz="2400" dirty="0"/>
        </a:p>
      </dgm:t>
    </dgm:pt>
    <dgm:pt modelId="{98FDF72F-5552-4661-A34B-CE7EB72086EA}" type="parTrans" cxnId="{AB80DCD3-5BCD-4A37-AE7E-F299D2F5D771}">
      <dgm:prSet/>
      <dgm:spPr/>
      <dgm:t>
        <a:bodyPr/>
        <a:lstStyle/>
        <a:p>
          <a:endParaRPr lang="fr-FR"/>
        </a:p>
      </dgm:t>
    </dgm:pt>
    <dgm:pt modelId="{6ED2DD04-02E7-486D-9174-24FC53939958}" type="sibTrans" cxnId="{AB80DCD3-5BCD-4A37-AE7E-F299D2F5D771}">
      <dgm:prSet/>
      <dgm:spPr/>
      <dgm:t>
        <a:bodyPr/>
        <a:lstStyle/>
        <a:p>
          <a:endParaRPr lang="fr-FR"/>
        </a:p>
      </dgm:t>
    </dgm:pt>
    <dgm:pt modelId="{F293973E-2BD9-4695-89D2-FD7FD9D0BF61}" type="pres">
      <dgm:prSet presAssocID="{18CDCE89-147E-43BD-8BB9-459C12885ABD}" presName="linearFlow" presStyleCnt="0">
        <dgm:presLayoutVars>
          <dgm:dir/>
          <dgm:resizeHandles val="exact"/>
        </dgm:presLayoutVars>
      </dgm:prSet>
      <dgm:spPr/>
      <dgm:t>
        <a:bodyPr/>
        <a:lstStyle/>
        <a:p>
          <a:endParaRPr lang="fr-FR"/>
        </a:p>
      </dgm:t>
    </dgm:pt>
    <dgm:pt modelId="{B1610265-37C5-45A3-882E-E6791954D964}" type="pres">
      <dgm:prSet presAssocID="{3445EA78-DFFD-4AE4-A909-A569F47F4473}" presName="composite" presStyleCnt="0"/>
      <dgm:spPr/>
    </dgm:pt>
    <dgm:pt modelId="{6138C8B5-4007-474B-AE7F-CA236B931AA9}" type="pres">
      <dgm:prSet presAssocID="{3445EA78-DFFD-4AE4-A909-A569F47F4473}" presName="imgShp" presStyleLbl="fgImgPlace1" presStyleIdx="0" presStyleCnt="1" custScaleX="99459" custScaleY="100196"/>
      <dgm:spPr>
        <a:blipFill rotWithShape="0">
          <a:blip xmlns:r="http://schemas.openxmlformats.org/officeDocument/2006/relationships" r:embed="rId1"/>
          <a:stretch>
            <a:fillRect/>
          </a:stretch>
        </a:blipFill>
      </dgm:spPr>
      <dgm:t>
        <a:bodyPr/>
        <a:lstStyle/>
        <a:p>
          <a:endParaRPr lang="fr-FR"/>
        </a:p>
      </dgm:t>
    </dgm:pt>
    <dgm:pt modelId="{47CCAA18-67F5-44CE-AEDB-4103B6C029EB}" type="pres">
      <dgm:prSet presAssocID="{3445EA78-DFFD-4AE4-A909-A569F47F4473}" presName="txShp" presStyleLbl="node1" presStyleIdx="0" presStyleCnt="1" custAng="0" custScaleY="100098">
        <dgm:presLayoutVars>
          <dgm:bulletEnabled val="1"/>
        </dgm:presLayoutVars>
      </dgm:prSet>
      <dgm:spPr/>
      <dgm:t>
        <a:bodyPr/>
        <a:lstStyle/>
        <a:p>
          <a:endParaRPr lang="fr-FR"/>
        </a:p>
      </dgm:t>
    </dgm:pt>
  </dgm:ptLst>
  <dgm:cxnLst>
    <dgm:cxn modelId="{64F48034-36BC-4450-A672-5D9A960003DB}" type="presOf" srcId="{3445EA78-DFFD-4AE4-A909-A569F47F4473}" destId="{47CCAA18-67F5-44CE-AEDB-4103B6C029EB}" srcOrd="0" destOrd="0" presId="urn:microsoft.com/office/officeart/2005/8/layout/vList3"/>
    <dgm:cxn modelId="{AB80DCD3-5BCD-4A37-AE7E-F299D2F5D771}" srcId="{18CDCE89-147E-43BD-8BB9-459C12885ABD}" destId="{3445EA78-DFFD-4AE4-A909-A569F47F4473}" srcOrd="0" destOrd="0" parTransId="{98FDF72F-5552-4661-A34B-CE7EB72086EA}" sibTransId="{6ED2DD04-02E7-486D-9174-24FC53939958}"/>
    <dgm:cxn modelId="{A5AE5D18-03B9-4429-AEDA-2F2359467A7E}" type="presOf" srcId="{18CDCE89-147E-43BD-8BB9-459C12885ABD}" destId="{F293973E-2BD9-4695-89D2-FD7FD9D0BF61}" srcOrd="0" destOrd="0" presId="urn:microsoft.com/office/officeart/2005/8/layout/vList3"/>
    <dgm:cxn modelId="{5793B67D-D2CD-428E-890E-A21FBE2E76B7}" type="presParOf" srcId="{F293973E-2BD9-4695-89D2-FD7FD9D0BF61}" destId="{B1610265-37C5-45A3-882E-E6791954D964}" srcOrd="0" destOrd="0" presId="urn:microsoft.com/office/officeart/2005/8/layout/vList3"/>
    <dgm:cxn modelId="{23EDCECE-ECE1-486E-8C52-E275CA08AC2B}" type="presParOf" srcId="{B1610265-37C5-45A3-882E-E6791954D964}" destId="{6138C8B5-4007-474B-AE7F-CA236B931AA9}" srcOrd="0" destOrd="0" presId="urn:microsoft.com/office/officeart/2005/8/layout/vList3"/>
    <dgm:cxn modelId="{B55FD60E-A325-45D8-92C3-AF6751C546D1}" type="presParOf" srcId="{B1610265-37C5-45A3-882E-E6791954D964}" destId="{47CCAA18-67F5-44CE-AEDB-4103B6C029EB}" srcOrd="1" destOrd="0" presId="urn:microsoft.com/office/officeart/2005/8/layout/vList3"/>
  </dgm:cxnLst>
  <dgm:bg/>
  <dgm:whole/>
</dgm:dataModel>
</file>

<file path=ppt/diagrams/data2.xml><?xml version="1.0" encoding="utf-8"?>
<dgm:dataModel xmlns:dgm="http://schemas.openxmlformats.org/drawingml/2006/diagram" xmlns:a="http://schemas.openxmlformats.org/drawingml/2006/main">
  <dgm:ptLst>
    <dgm:pt modelId="{59CE3D08-88AF-4A13-9BE3-23AC071E4312}" type="doc">
      <dgm:prSet loTypeId="urn:microsoft.com/office/officeart/2005/8/layout/vList3" loCatId="list" qsTypeId="urn:microsoft.com/office/officeart/2005/8/quickstyle/simple1" qsCatId="simple" csTypeId="urn:microsoft.com/office/officeart/2005/8/colors/accent2_5" csCatId="accent2"/>
      <dgm:spPr/>
      <dgm:t>
        <a:bodyPr/>
        <a:lstStyle/>
        <a:p>
          <a:endParaRPr lang="fr-FR"/>
        </a:p>
      </dgm:t>
    </dgm:pt>
    <dgm:pt modelId="{3E83910C-5A30-46D1-B0AD-8D0508E0BFCA}">
      <dgm:prSet/>
      <dgm:spPr/>
      <dgm:t>
        <a:bodyPr/>
        <a:lstStyle/>
        <a:p>
          <a:pPr rtl="0"/>
          <a:r>
            <a:rPr lang="en-GB" b="1" dirty="0" smtClean="0"/>
            <a:t>Introduction</a:t>
          </a:r>
          <a:endParaRPr lang="fr-FR" b="1" dirty="0"/>
        </a:p>
      </dgm:t>
    </dgm:pt>
    <dgm:pt modelId="{22CB6C58-034E-4076-9925-23A96E690AE7}" type="parTrans" cxnId="{F0AD5339-C641-46EA-838F-D35D5E06A50C}">
      <dgm:prSet/>
      <dgm:spPr/>
      <dgm:t>
        <a:bodyPr/>
        <a:lstStyle/>
        <a:p>
          <a:endParaRPr lang="fr-FR"/>
        </a:p>
      </dgm:t>
    </dgm:pt>
    <dgm:pt modelId="{19613025-DC93-4038-BDBE-3ADB29922697}" type="sibTrans" cxnId="{F0AD5339-C641-46EA-838F-D35D5E06A50C}">
      <dgm:prSet/>
      <dgm:spPr/>
      <dgm:t>
        <a:bodyPr/>
        <a:lstStyle/>
        <a:p>
          <a:endParaRPr lang="fr-FR"/>
        </a:p>
      </dgm:t>
    </dgm:pt>
    <dgm:pt modelId="{CFD742E7-942E-43EF-9865-4A68E6802C39}" type="pres">
      <dgm:prSet presAssocID="{59CE3D08-88AF-4A13-9BE3-23AC071E4312}" presName="linearFlow" presStyleCnt="0">
        <dgm:presLayoutVars>
          <dgm:dir/>
          <dgm:resizeHandles val="exact"/>
        </dgm:presLayoutVars>
      </dgm:prSet>
      <dgm:spPr/>
      <dgm:t>
        <a:bodyPr/>
        <a:lstStyle/>
        <a:p>
          <a:endParaRPr lang="en-GB"/>
        </a:p>
      </dgm:t>
    </dgm:pt>
    <dgm:pt modelId="{F0736518-BCEC-4543-B3CC-28339D6EE3C3}" type="pres">
      <dgm:prSet presAssocID="{3E83910C-5A30-46D1-B0AD-8D0508E0BFCA}" presName="composite" presStyleCnt="0"/>
      <dgm:spPr/>
    </dgm:pt>
    <dgm:pt modelId="{B33B5056-8615-4B64-B4FE-6E00267B1803}" type="pres">
      <dgm:prSet presAssocID="{3E83910C-5A30-46D1-B0AD-8D0508E0BFCA}" presName="imgShp" presStyleLbl="fgImgPlace1" presStyleIdx="0" presStyleCnt="1"/>
      <dgm:spPr>
        <a:blipFill rotWithShape="0">
          <a:blip xmlns:r="http://schemas.openxmlformats.org/officeDocument/2006/relationships" r:embed="rId1"/>
          <a:stretch>
            <a:fillRect/>
          </a:stretch>
        </a:blipFill>
      </dgm:spPr>
    </dgm:pt>
    <dgm:pt modelId="{B9D11B92-3616-4F53-BC8F-E35EC6848B0C}" type="pres">
      <dgm:prSet presAssocID="{3E83910C-5A30-46D1-B0AD-8D0508E0BFCA}" presName="txShp" presStyleLbl="node1" presStyleIdx="0" presStyleCnt="1">
        <dgm:presLayoutVars>
          <dgm:bulletEnabled val="1"/>
        </dgm:presLayoutVars>
      </dgm:prSet>
      <dgm:spPr/>
      <dgm:t>
        <a:bodyPr/>
        <a:lstStyle/>
        <a:p>
          <a:endParaRPr lang="en-GB"/>
        </a:p>
      </dgm:t>
    </dgm:pt>
  </dgm:ptLst>
  <dgm:cxnLst>
    <dgm:cxn modelId="{C208E8D6-6E9E-439E-9A1E-5CFB11F5A082}" type="presOf" srcId="{59CE3D08-88AF-4A13-9BE3-23AC071E4312}" destId="{CFD742E7-942E-43EF-9865-4A68E6802C39}" srcOrd="0" destOrd="0" presId="urn:microsoft.com/office/officeart/2005/8/layout/vList3"/>
    <dgm:cxn modelId="{F0AD5339-C641-46EA-838F-D35D5E06A50C}" srcId="{59CE3D08-88AF-4A13-9BE3-23AC071E4312}" destId="{3E83910C-5A30-46D1-B0AD-8D0508E0BFCA}" srcOrd="0" destOrd="0" parTransId="{22CB6C58-034E-4076-9925-23A96E690AE7}" sibTransId="{19613025-DC93-4038-BDBE-3ADB29922697}"/>
    <dgm:cxn modelId="{5F35D07D-BF29-46A9-8652-FFCA42D1A035}" type="presOf" srcId="{3E83910C-5A30-46D1-B0AD-8D0508E0BFCA}" destId="{B9D11B92-3616-4F53-BC8F-E35EC6848B0C}" srcOrd="0" destOrd="0" presId="urn:microsoft.com/office/officeart/2005/8/layout/vList3"/>
    <dgm:cxn modelId="{FE3F176C-8660-45AF-A419-6128239BBBBA}" type="presParOf" srcId="{CFD742E7-942E-43EF-9865-4A68E6802C39}" destId="{F0736518-BCEC-4543-B3CC-28339D6EE3C3}" srcOrd="0" destOrd="0" presId="urn:microsoft.com/office/officeart/2005/8/layout/vList3"/>
    <dgm:cxn modelId="{48656274-4239-4A0A-BD7E-D4502114DA62}" type="presParOf" srcId="{F0736518-BCEC-4543-B3CC-28339D6EE3C3}" destId="{B33B5056-8615-4B64-B4FE-6E00267B1803}" srcOrd="0" destOrd="0" presId="urn:microsoft.com/office/officeart/2005/8/layout/vList3"/>
    <dgm:cxn modelId="{12902DA2-FAA9-4BFA-9E41-7ECFB4D77D92}" type="presParOf" srcId="{F0736518-BCEC-4543-B3CC-28339D6EE3C3}" destId="{B9D11B92-3616-4F53-BC8F-E35EC6848B0C}" srcOrd="1" destOrd="0" presId="urn:microsoft.com/office/officeart/2005/8/layout/vList3"/>
  </dgm:cxnLst>
  <dgm:bg/>
  <dgm:whole/>
</dgm:dataModel>
</file>

<file path=ppt/diagrams/data3.xml><?xml version="1.0" encoding="utf-8"?>
<dgm:dataModel xmlns:dgm="http://schemas.openxmlformats.org/drawingml/2006/diagram" xmlns:a="http://schemas.openxmlformats.org/drawingml/2006/main">
  <dgm:ptLst>
    <dgm:pt modelId="{C2DA83D9-02AD-4085-927C-17C37B423DAF}" type="doc">
      <dgm:prSet loTypeId="urn:microsoft.com/office/officeart/2005/8/layout/vList3" loCatId="list" qsTypeId="urn:microsoft.com/office/officeart/2005/8/quickstyle/3d3" qsCatId="3D" csTypeId="urn:microsoft.com/office/officeart/2005/8/colors/accent2_5" csCatId="accent2"/>
      <dgm:spPr/>
      <dgm:t>
        <a:bodyPr/>
        <a:lstStyle/>
        <a:p>
          <a:endParaRPr lang="fr-FR"/>
        </a:p>
      </dgm:t>
    </dgm:pt>
    <dgm:pt modelId="{DA5FA52D-D758-40D8-9C12-9FC418CC6B31}">
      <dgm:prSet/>
      <dgm:spPr/>
      <dgm:t>
        <a:bodyPr/>
        <a:lstStyle/>
        <a:p>
          <a:pPr rtl="0"/>
          <a:r>
            <a:rPr lang="en-GB" b="1" dirty="0" smtClean="0"/>
            <a:t>Main Library</a:t>
          </a:r>
          <a:endParaRPr lang="fr-FR" b="1" dirty="0"/>
        </a:p>
      </dgm:t>
    </dgm:pt>
    <dgm:pt modelId="{8A81D437-F270-44FE-A99A-747E8B347084}" type="parTrans" cxnId="{D0019DAF-0F94-4473-B649-D4DC268E9A19}">
      <dgm:prSet/>
      <dgm:spPr/>
      <dgm:t>
        <a:bodyPr/>
        <a:lstStyle/>
        <a:p>
          <a:endParaRPr lang="fr-FR"/>
        </a:p>
      </dgm:t>
    </dgm:pt>
    <dgm:pt modelId="{71813166-60DA-4FF1-BB2D-BA3A03098EDB}" type="sibTrans" cxnId="{D0019DAF-0F94-4473-B649-D4DC268E9A19}">
      <dgm:prSet/>
      <dgm:spPr/>
      <dgm:t>
        <a:bodyPr/>
        <a:lstStyle/>
        <a:p>
          <a:endParaRPr lang="fr-FR"/>
        </a:p>
      </dgm:t>
    </dgm:pt>
    <dgm:pt modelId="{9964CF47-6289-4A7E-8FB7-1E93FDFE21AD}" type="pres">
      <dgm:prSet presAssocID="{C2DA83D9-02AD-4085-927C-17C37B423DAF}" presName="linearFlow" presStyleCnt="0">
        <dgm:presLayoutVars>
          <dgm:dir/>
          <dgm:resizeHandles val="exact"/>
        </dgm:presLayoutVars>
      </dgm:prSet>
      <dgm:spPr/>
      <dgm:t>
        <a:bodyPr/>
        <a:lstStyle/>
        <a:p>
          <a:endParaRPr lang="en-GB"/>
        </a:p>
      </dgm:t>
    </dgm:pt>
    <dgm:pt modelId="{AA2539C1-CEBF-420D-A6DA-4AB877878DD1}" type="pres">
      <dgm:prSet presAssocID="{DA5FA52D-D758-40D8-9C12-9FC418CC6B31}" presName="composite" presStyleCnt="0"/>
      <dgm:spPr/>
    </dgm:pt>
    <dgm:pt modelId="{222A10C8-E09D-4784-A00C-77471C3CFB41}" type="pres">
      <dgm:prSet presAssocID="{DA5FA52D-D758-40D8-9C12-9FC418CC6B31}" presName="imgShp" presStyleLbl="fgImgPlace1" presStyleIdx="0" presStyleCnt="1"/>
      <dgm:spPr>
        <a:blipFill rotWithShape="0">
          <a:blip xmlns:r="http://schemas.openxmlformats.org/officeDocument/2006/relationships" r:embed="rId1"/>
          <a:stretch>
            <a:fillRect/>
          </a:stretch>
        </a:blipFill>
      </dgm:spPr>
    </dgm:pt>
    <dgm:pt modelId="{99578325-516A-4441-8F9C-D4FB90A1BE03}" type="pres">
      <dgm:prSet presAssocID="{DA5FA52D-D758-40D8-9C12-9FC418CC6B31}" presName="txShp" presStyleLbl="node1" presStyleIdx="0" presStyleCnt="1">
        <dgm:presLayoutVars>
          <dgm:bulletEnabled val="1"/>
        </dgm:presLayoutVars>
      </dgm:prSet>
      <dgm:spPr/>
      <dgm:t>
        <a:bodyPr/>
        <a:lstStyle/>
        <a:p>
          <a:endParaRPr lang="en-GB"/>
        </a:p>
      </dgm:t>
    </dgm:pt>
  </dgm:ptLst>
  <dgm:cxnLst>
    <dgm:cxn modelId="{34CC2D05-423C-49A5-AC8A-1156B6CE5310}" type="presOf" srcId="{DA5FA52D-D758-40D8-9C12-9FC418CC6B31}" destId="{99578325-516A-4441-8F9C-D4FB90A1BE03}" srcOrd="0" destOrd="0" presId="urn:microsoft.com/office/officeart/2005/8/layout/vList3"/>
    <dgm:cxn modelId="{8FA71196-9401-4535-82A8-B33138A562F4}" type="presOf" srcId="{C2DA83D9-02AD-4085-927C-17C37B423DAF}" destId="{9964CF47-6289-4A7E-8FB7-1E93FDFE21AD}" srcOrd="0" destOrd="0" presId="urn:microsoft.com/office/officeart/2005/8/layout/vList3"/>
    <dgm:cxn modelId="{D0019DAF-0F94-4473-B649-D4DC268E9A19}" srcId="{C2DA83D9-02AD-4085-927C-17C37B423DAF}" destId="{DA5FA52D-D758-40D8-9C12-9FC418CC6B31}" srcOrd="0" destOrd="0" parTransId="{8A81D437-F270-44FE-A99A-747E8B347084}" sibTransId="{71813166-60DA-4FF1-BB2D-BA3A03098EDB}"/>
    <dgm:cxn modelId="{BB98355E-FF78-4EC8-B1F1-35E82575090F}" type="presParOf" srcId="{9964CF47-6289-4A7E-8FB7-1E93FDFE21AD}" destId="{AA2539C1-CEBF-420D-A6DA-4AB877878DD1}" srcOrd="0" destOrd="0" presId="urn:microsoft.com/office/officeart/2005/8/layout/vList3"/>
    <dgm:cxn modelId="{BFE709FF-65F2-4F76-982B-6B5E06E4ED96}" type="presParOf" srcId="{AA2539C1-CEBF-420D-A6DA-4AB877878DD1}" destId="{222A10C8-E09D-4784-A00C-77471C3CFB41}" srcOrd="0" destOrd="0" presId="urn:microsoft.com/office/officeart/2005/8/layout/vList3"/>
    <dgm:cxn modelId="{38B61AED-424B-44AF-9647-92A7550A838C}" type="presParOf" srcId="{AA2539C1-CEBF-420D-A6DA-4AB877878DD1}" destId="{99578325-516A-4441-8F9C-D4FB90A1BE03}" srcOrd="1" destOrd="0" presId="urn:microsoft.com/office/officeart/2005/8/layout/vList3"/>
  </dgm:cxnLst>
  <dgm:bg/>
  <dgm:whole/>
</dgm:dataModel>
</file>

<file path=ppt/diagrams/data4.xml><?xml version="1.0" encoding="utf-8"?>
<dgm:dataModel xmlns:dgm="http://schemas.openxmlformats.org/drawingml/2006/diagram" xmlns:a="http://schemas.openxmlformats.org/drawingml/2006/main">
  <dgm:ptLst>
    <dgm:pt modelId="{A538B517-2C54-4E8C-9776-78B33D93503D}" type="doc">
      <dgm:prSet loTypeId="urn:microsoft.com/office/officeart/2005/8/layout/vList3" loCatId="list" qsTypeId="urn:microsoft.com/office/officeart/2005/8/quickstyle/3d3" qsCatId="3D" csTypeId="urn:microsoft.com/office/officeart/2005/8/colors/accent2_5" csCatId="accent2"/>
      <dgm:spPr/>
      <dgm:t>
        <a:bodyPr/>
        <a:lstStyle/>
        <a:p>
          <a:endParaRPr lang="fr-FR"/>
        </a:p>
      </dgm:t>
    </dgm:pt>
    <dgm:pt modelId="{97B2BE62-0960-4446-A37B-E6F6146FD834}">
      <dgm:prSet/>
      <dgm:spPr/>
      <dgm:t>
        <a:bodyPr/>
        <a:lstStyle/>
        <a:p>
          <a:pPr rtl="0"/>
          <a:r>
            <a:rPr lang="en-GB" b="1" dirty="0" smtClean="0"/>
            <a:t>Faculty Libraries</a:t>
          </a:r>
          <a:endParaRPr lang="fr-FR" b="1" dirty="0"/>
        </a:p>
      </dgm:t>
    </dgm:pt>
    <dgm:pt modelId="{CFFF5D10-3D0E-4DFD-A307-C3DBA96ECEAD}" type="parTrans" cxnId="{4A2C67BC-D0E2-4DCB-AC31-CA5FDE8F409C}">
      <dgm:prSet/>
      <dgm:spPr/>
      <dgm:t>
        <a:bodyPr/>
        <a:lstStyle/>
        <a:p>
          <a:endParaRPr lang="fr-FR"/>
        </a:p>
      </dgm:t>
    </dgm:pt>
    <dgm:pt modelId="{281F6EE5-C6B6-4C9B-A54C-267B1C363077}" type="sibTrans" cxnId="{4A2C67BC-D0E2-4DCB-AC31-CA5FDE8F409C}">
      <dgm:prSet/>
      <dgm:spPr/>
      <dgm:t>
        <a:bodyPr/>
        <a:lstStyle/>
        <a:p>
          <a:endParaRPr lang="fr-FR"/>
        </a:p>
      </dgm:t>
    </dgm:pt>
    <dgm:pt modelId="{31325A75-D976-475D-8FC4-33482D345076}" type="pres">
      <dgm:prSet presAssocID="{A538B517-2C54-4E8C-9776-78B33D93503D}" presName="linearFlow" presStyleCnt="0">
        <dgm:presLayoutVars>
          <dgm:dir/>
          <dgm:resizeHandles val="exact"/>
        </dgm:presLayoutVars>
      </dgm:prSet>
      <dgm:spPr/>
      <dgm:t>
        <a:bodyPr/>
        <a:lstStyle/>
        <a:p>
          <a:endParaRPr lang="en-GB"/>
        </a:p>
      </dgm:t>
    </dgm:pt>
    <dgm:pt modelId="{AB320ABE-CB71-4357-AE45-8E8FA7111AAD}" type="pres">
      <dgm:prSet presAssocID="{97B2BE62-0960-4446-A37B-E6F6146FD834}" presName="composite" presStyleCnt="0"/>
      <dgm:spPr/>
    </dgm:pt>
    <dgm:pt modelId="{D87BD48D-A370-4D90-BB0B-0D99B0591539}" type="pres">
      <dgm:prSet presAssocID="{97B2BE62-0960-4446-A37B-E6F6146FD834}" presName="imgShp" presStyleLbl="fgImgPlace1" presStyleIdx="0" presStyleCnt="1"/>
      <dgm:spPr>
        <a:blipFill rotWithShape="0">
          <a:blip xmlns:r="http://schemas.openxmlformats.org/officeDocument/2006/relationships" r:embed="rId1"/>
          <a:stretch>
            <a:fillRect/>
          </a:stretch>
        </a:blipFill>
      </dgm:spPr>
    </dgm:pt>
    <dgm:pt modelId="{938AFC8A-86DD-4338-868B-E9838BC1E0A7}" type="pres">
      <dgm:prSet presAssocID="{97B2BE62-0960-4446-A37B-E6F6146FD834}" presName="txShp" presStyleLbl="node1" presStyleIdx="0" presStyleCnt="1">
        <dgm:presLayoutVars>
          <dgm:bulletEnabled val="1"/>
        </dgm:presLayoutVars>
      </dgm:prSet>
      <dgm:spPr/>
      <dgm:t>
        <a:bodyPr/>
        <a:lstStyle/>
        <a:p>
          <a:endParaRPr lang="en-GB"/>
        </a:p>
      </dgm:t>
    </dgm:pt>
  </dgm:ptLst>
  <dgm:cxnLst>
    <dgm:cxn modelId="{D56CE687-7A59-42DA-9220-1DD6A8D7628A}" type="presOf" srcId="{A538B517-2C54-4E8C-9776-78B33D93503D}" destId="{31325A75-D976-475D-8FC4-33482D345076}" srcOrd="0" destOrd="0" presId="urn:microsoft.com/office/officeart/2005/8/layout/vList3"/>
    <dgm:cxn modelId="{61640195-EFC6-4E23-852A-4DD10B5A814F}" type="presOf" srcId="{97B2BE62-0960-4446-A37B-E6F6146FD834}" destId="{938AFC8A-86DD-4338-868B-E9838BC1E0A7}" srcOrd="0" destOrd="0" presId="urn:microsoft.com/office/officeart/2005/8/layout/vList3"/>
    <dgm:cxn modelId="{4A2C67BC-D0E2-4DCB-AC31-CA5FDE8F409C}" srcId="{A538B517-2C54-4E8C-9776-78B33D93503D}" destId="{97B2BE62-0960-4446-A37B-E6F6146FD834}" srcOrd="0" destOrd="0" parTransId="{CFFF5D10-3D0E-4DFD-A307-C3DBA96ECEAD}" sibTransId="{281F6EE5-C6B6-4C9B-A54C-267B1C363077}"/>
    <dgm:cxn modelId="{7DFA349D-8007-43B0-B9A1-DB9F892E49E1}" type="presParOf" srcId="{31325A75-D976-475D-8FC4-33482D345076}" destId="{AB320ABE-CB71-4357-AE45-8E8FA7111AAD}" srcOrd="0" destOrd="0" presId="urn:microsoft.com/office/officeart/2005/8/layout/vList3"/>
    <dgm:cxn modelId="{E4AF60C8-D2C2-4FEB-BC15-5061F84F5607}" type="presParOf" srcId="{AB320ABE-CB71-4357-AE45-8E8FA7111AAD}" destId="{D87BD48D-A370-4D90-BB0B-0D99B0591539}" srcOrd="0" destOrd="0" presId="urn:microsoft.com/office/officeart/2005/8/layout/vList3"/>
    <dgm:cxn modelId="{0D3DB952-FF39-4A30-95B8-72B27609120B}" type="presParOf" srcId="{AB320ABE-CB71-4357-AE45-8E8FA7111AAD}" destId="{938AFC8A-86DD-4338-868B-E9838BC1E0A7}" srcOrd="1" destOrd="0" presId="urn:microsoft.com/office/officeart/2005/8/layout/vList3"/>
  </dgm:cxnLst>
  <dgm:bg/>
  <dgm:whole/>
</dgm:dataModel>
</file>

<file path=ppt/diagrams/data5.xml><?xml version="1.0" encoding="utf-8"?>
<dgm:dataModel xmlns:dgm="http://schemas.openxmlformats.org/drawingml/2006/diagram" xmlns:a="http://schemas.openxmlformats.org/drawingml/2006/main">
  <dgm:ptLst>
    <dgm:pt modelId="{D3A4D039-1375-4F84-BB30-73DC1FA2852B}" type="doc">
      <dgm:prSet loTypeId="urn:microsoft.com/office/officeart/2005/8/layout/vList3" loCatId="list" qsTypeId="urn:microsoft.com/office/officeart/2005/8/quickstyle/3d3" qsCatId="3D" csTypeId="urn:microsoft.com/office/officeart/2005/8/colors/accent2_2" csCatId="accent2"/>
      <dgm:spPr/>
      <dgm:t>
        <a:bodyPr/>
        <a:lstStyle/>
        <a:p>
          <a:endParaRPr lang="fr-FR"/>
        </a:p>
      </dgm:t>
    </dgm:pt>
    <dgm:pt modelId="{E8D28DE8-4832-416D-87BD-381158DE1E50}">
      <dgm:prSet/>
      <dgm:spPr/>
      <dgm:t>
        <a:bodyPr/>
        <a:lstStyle/>
        <a:p>
          <a:pPr rtl="0"/>
          <a:r>
            <a:rPr lang="en-GB" b="1" dirty="0" smtClean="0"/>
            <a:t>Awaiting</a:t>
          </a:r>
          <a:endParaRPr lang="fr-FR" b="1" dirty="0"/>
        </a:p>
      </dgm:t>
    </dgm:pt>
    <dgm:pt modelId="{B5213667-BC8C-4946-A714-EB6AB34E2A7A}" type="parTrans" cxnId="{2784C2C0-EBDA-4CC3-901A-BD696A01A75F}">
      <dgm:prSet/>
      <dgm:spPr/>
      <dgm:t>
        <a:bodyPr/>
        <a:lstStyle/>
        <a:p>
          <a:endParaRPr lang="fr-FR"/>
        </a:p>
      </dgm:t>
    </dgm:pt>
    <dgm:pt modelId="{AB57AFAE-FD38-4C2F-9133-68463290AE63}" type="sibTrans" cxnId="{2784C2C0-EBDA-4CC3-901A-BD696A01A75F}">
      <dgm:prSet/>
      <dgm:spPr/>
      <dgm:t>
        <a:bodyPr/>
        <a:lstStyle/>
        <a:p>
          <a:endParaRPr lang="fr-FR"/>
        </a:p>
      </dgm:t>
    </dgm:pt>
    <dgm:pt modelId="{ACF1811C-14A8-438E-ACAB-BA6475BE47CE}" type="pres">
      <dgm:prSet presAssocID="{D3A4D039-1375-4F84-BB30-73DC1FA2852B}" presName="linearFlow" presStyleCnt="0">
        <dgm:presLayoutVars>
          <dgm:dir/>
          <dgm:resizeHandles val="exact"/>
        </dgm:presLayoutVars>
      </dgm:prSet>
      <dgm:spPr/>
      <dgm:t>
        <a:bodyPr/>
        <a:lstStyle/>
        <a:p>
          <a:endParaRPr lang="en-GB"/>
        </a:p>
      </dgm:t>
    </dgm:pt>
    <dgm:pt modelId="{0DE8A786-C096-41AD-A60F-833E9AE2DE21}" type="pres">
      <dgm:prSet presAssocID="{E8D28DE8-4832-416D-87BD-381158DE1E50}" presName="composite" presStyleCnt="0"/>
      <dgm:spPr/>
    </dgm:pt>
    <dgm:pt modelId="{6747676E-7DFD-42F1-A810-B07498369E19}" type="pres">
      <dgm:prSet presAssocID="{E8D28DE8-4832-416D-87BD-381158DE1E50}" presName="imgShp" presStyleLbl="fgImgPlace1" presStyleIdx="0" presStyleCnt="1"/>
      <dgm:spPr>
        <a:blipFill rotWithShape="0">
          <a:blip xmlns:r="http://schemas.openxmlformats.org/officeDocument/2006/relationships" r:embed="rId1"/>
          <a:stretch>
            <a:fillRect/>
          </a:stretch>
        </a:blipFill>
      </dgm:spPr>
    </dgm:pt>
    <dgm:pt modelId="{ED40C598-17BF-4520-931D-F99A5DFC5FEC}" type="pres">
      <dgm:prSet presAssocID="{E8D28DE8-4832-416D-87BD-381158DE1E50}" presName="txShp" presStyleLbl="node1" presStyleIdx="0" presStyleCnt="1">
        <dgm:presLayoutVars>
          <dgm:bulletEnabled val="1"/>
        </dgm:presLayoutVars>
      </dgm:prSet>
      <dgm:spPr/>
      <dgm:t>
        <a:bodyPr/>
        <a:lstStyle/>
        <a:p>
          <a:endParaRPr lang="en-GB"/>
        </a:p>
      </dgm:t>
    </dgm:pt>
  </dgm:ptLst>
  <dgm:cxnLst>
    <dgm:cxn modelId="{2784C2C0-EBDA-4CC3-901A-BD696A01A75F}" srcId="{D3A4D039-1375-4F84-BB30-73DC1FA2852B}" destId="{E8D28DE8-4832-416D-87BD-381158DE1E50}" srcOrd="0" destOrd="0" parTransId="{B5213667-BC8C-4946-A714-EB6AB34E2A7A}" sibTransId="{AB57AFAE-FD38-4C2F-9133-68463290AE63}"/>
    <dgm:cxn modelId="{74257D69-3303-445E-911F-DD5E595F56BD}" type="presOf" srcId="{D3A4D039-1375-4F84-BB30-73DC1FA2852B}" destId="{ACF1811C-14A8-438E-ACAB-BA6475BE47CE}" srcOrd="0" destOrd="0" presId="urn:microsoft.com/office/officeart/2005/8/layout/vList3"/>
    <dgm:cxn modelId="{B6E66BCB-5408-4F59-9DF1-994951DC9987}" type="presOf" srcId="{E8D28DE8-4832-416D-87BD-381158DE1E50}" destId="{ED40C598-17BF-4520-931D-F99A5DFC5FEC}" srcOrd="0" destOrd="0" presId="urn:microsoft.com/office/officeart/2005/8/layout/vList3"/>
    <dgm:cxn modelId="{47BCBAA5-5383-4A8E-AE1B-9B384377A490}" type="presParOf" srcId="{ACF1811C-14A8-438E-ACAB-BA6475BE47CE}" destId="{0DE8A786-C096-41AD-A60F-833E9AE2DE21}" srcOrd="0" destOrd="0" presId="urn:microsoft.com/office/officeart/2005/8/layout/vList3"/>
    <dgm:cxn modelId="{492CCA88-6C7C-434E-BD54-4CD027F6A5CE}" type="presParOf" srcId="{0DE8A786-C096-41AD-A60F-833E9AE2DE21}" destId="{6747676E-7DFD-42F1-A810-B07498369E19}" srcOrd="0" destOrd="0" presId="urn:microsoft.com/office/officeart/2005/8/layout/vList3"/>
    <dgm:cxn modelId="{2EB63383-FFEB-4561-8A45-B0B100A4FF92}" type="presParOf" srcId="{0DE8A786-C096-41AD-A60F-833E9AE2DE21}" destId="{ED40C598-17BF-4520-931D-F99A5DFC5FEC}" srcOrd="1" destOrd="0" presId="urn:microsoft.com/office/officeart/2005/8/layout/vList3"/>
  </dgm:cxnLst>
  <dgm:bg/>
  <dgm:whole/>
</dgm:dataModel>
</file>

<file path=ppt/diagrams/data6.xml><?xml version="1.0" encoding="utf-8"?>
<dgm:dataModel xmlns:dgm="http://schemas.openxmlformats.org/drawingml/2006/diagram" xmlns:a="http://schemas.openxmlformats.org/drawingml/2006/main">
  <dgm:ptLst>
    <dgm:pt modelId="{A3B462B9-CE78-4793-A033-D2BB7BFD8A04}" type="doc">
      <dgm:prSet loTypeId="urn:microsoft.com/office/officeart/2005/8/layout/vList3" loCatId="list" qsTypeId="urn:microsoft.com/office/officeart/2005/8/quickstyle/3d3" qsCatId="3D" csTypeId="urn:microsoft.com/office/officeart/2005/8/colors/accent2_5" csCatId="accent2"/>
      <dgm:spPr/>
      <dgm:t>
        <a:bodyPr/>
        <a:lstStyle/>
        <a:p>
          <a:endParaRPr lang="fr-FR"/>
        </a:p>
      </dgm:t>
    </dgm:pt>
    <dgm:pt modelId="{FE6D2F9D-6C71-4366-A222-B38D37B63AA9}">
      <dgm:prSet/>
      <dgm:spPr/>
      <dgm:t>
        <a:bodyPr/>
        <a:lstStyle/>
        <a:p>
          <a:pPr rtl="0"/>
          <a:r>
            <a:rPr lang="en-GB" b="1" dirty="0" smtClean="0"/>
            <a:t>CHALLENGES</a:t>
          </a:r>
          <a:endParaRPr lang="fr-FR" b="1" dirty="0"/>
        </a:p>
      </dgm:t>
    </dgm:pt>
    <dgm:pt modelId="{A7D8CAFA-D3D4-4852-AAC6-1537A8CC9F87}" type="parTrans" cxnId="{07A1015D-403F-4661-8602-D95661B2C232}">
      <dgm:prSet/>
      <dgm:spPr/>
      <dgm:t>
        <a:bodyPr/>
        <a:lstStyle/>
        <a:p>
          <a:endParaRPr lang="fr-FR"/>
        </a:p>
      </dgm:t>
    </dgm:pt>
    <dgm:pt modelId="{1BCC2336-59DF-4D4F-8BCC-051ECB8A10C0}" type="sibTrans" cxnId="{07A1015D-403F-4661-8602-D95661B2C232}">
      <dgm:prSet/>
      <dgm:spPr/>
      <dgm:t>
        <a:bodyPr/>
        <a:lstStyle/>
        <a:p>
          <a:endParaRPr lang="fr-FR"/>
        </a:p>
      </dgm:t>
    </dgm:pt>
    <dgm:pt modelId="{E4854558-F7BE-46FF-8C82-91D7C9CB59FC}" type="pres">
      <dgm:prSet presAssocID="{A3B462B9-CE78-4793-A033-D2BB7BFD8A04}" presName="linearFlow" presStyleCnt="0">
        <dgm:presLayoutVars>
          <dgm:dir/>
          <dgm:resizeHandles val="exact"/>
        </dgm:presLayoutVars>
      </dgm:prSet>
      <dgm:spPr/>
      <dgm:t>
        <a:bodyPr/>
        <a:lstStyle/>
        <a:p>
          <a:endParaRPr lang="en-GB"/>
        </a:p>
      </dgm:t>
    </dgm:pt>
    <dgm:pt modelId="{39CB05B5-F39C-4047-BE91-FE63A51384D3}" type="pres">
      <dgm:prSet presAssocID="{FE6D2F9D-6C71-4366-A222-B38D37B63AA9}" presName="composite" presStyleCnt="0"/>
      <dgm:spPr/>
    </dgm:pt>
    <dgm:pt modelId="{A1E07EE2-CA67-4C84-9921-9BAF6BA1F5C2}" type="pres">
      <dgm:prSet presAssocID="{FE6D2F9D-6C71-4366-A222-B38D37B63AA9}" presName="imgShp" presStyleLbl="fgImgPlace1" presStyleIdx="0" presStyleCnt="1"/>
      <dgm:spPr>
        <a:blipFill rotWithShape="0">
          <a:blip xmlns:r="http://schemas.openxmlformats.org/officeDocument/2006/relationships" r:embed="rId1"/>
          <a:stretch>
            <a:fillRect/>
          </a:stretch>
        </a:blipFill>
      </dgm:spPr>
    </dgm:pt>
    <dgm:pt modelId="{E79E76B1-A33C-4111-B881-A9434450F319}" type="pres">
      <dgm:prSet presAssocID="{FE6D2F9D-6C71-4366-A222-B38D37B63AA9}" presName="txShp" presStyleLbl="node1" presStyleIdx="0" presStyleCnt="1">
        <dgm:presLayoutVars>
          <dgm:bulletEnabled val="1"/>
        </dgm:presLayoutVars>
      </dgm:prSet>
      <dgm:spPr/>
      <dgm:t>
        <a:bodyPr/>
        <a:lstStyle/>
        <a:p>
          <a:endParaRPr lang="en-GB"/>
        </a:p>
      </dgm:t>
    </dgm:pt>
  </dgm:ptLst>
  <dgm:cxnLst>
    <dgm:cxn modelId="{A58B5D6A-153D-4504-8498-56464D54F040}" type="presOf" srcId="{FE6D2F9D-6C71-4366-A222-B38D37B63AA9}" destId="{E79E76B1-A33C-4111-B881-A9434450F319}" srcOrd="0" destOrd="0" presId="urn:microsoft.com/office/officeart/2005/8/layout/vList3"/>
    <dgm:cxn modelId="{07A1015D-403F-4661-8602-D95661B2C232}" srcId="{A3B462B9-CE78-4793-A033-D2BB7BFD8A04}" destId="{FE6D2F9D-6C71-4366-A222-B38D37B63AA9}" srcOrd="0" destOrd="0" parTransId="{A7D8CAFA-D3D4-4852-AAC6-1537A8CC9F87}" sibTransId="{1BCC2336-59DF-4D4F-8BCC-051ECB8A10C0}"/>
    <dgm:cxn modelId="{4784D7A2-E68C-4801-ADD6-180B22D29EB7}" type="presOf" srcId="{A3B462B9-CE78-4793-A033-D2BB7BFD8A04}" destId="{E4854558-F7BE-46FF-8C82-91D7C9CB59FC}" srcOrd="0" destOrd="0" presId="urn:microsoft.com/office/officeart/2005/8/layout/vList3"/>
    <dgm:cxn modelId="{4A589A8A-EAFE-4AEE-929D-4AEFF08AE106}" type="presParOf" srcId="{E4854558-F7BE-46FF-8C82-91D7C9CB59FC}" destId="{39CB05B5-F39C-4047-BE91-FE63A51384D3}" srcOrd="0" destOrd="0" presId="urn:microsoft.com/office/officeart/2005/8/layout/vList3"/>
    <dgm:cxn modelId="{1A395CBD-33D2-4D79-88E9-6445FF8F3EE9}" type="presParOf" srcId="{39CB05B5-F39C-4047-BE91-FE63A51384D3}" destId="{A1E07EE2-CA67-4C84-9921-9BAF6BA1F5C2}" srcOrd="0" destOrd="0" presId="urn:microsoft.com/office/officeart/2005/8/layout/vList3"/>
    <dgm:cxn modelId="{4A1A671D-2187-46D9-B45D-0EB8D74F4FE7}" type="presParOf" srcId="{39CB05B5-F39C-4047-BE91-FE63A51384D3}" destId="{E79E76B1-A33C-4111-B881-A9434450F319}" srcOrd="1" destOrd="0" presId="urn:microsoft.com/office/officeart/2005/8/layout/vList3"/>
  </dgm:cxnLst>
  <dgm:bg/>
  <dgm:whole/>
</dgm:dataModel>
</file>

<file path=ppt/diagrams/data7.xml><?xml version="1.0" encoding="utf-8"?>
<dgm:dataModel xmlns:dgm="http://schemas.openxmlformats.org/drawingml/2006/diagram" xmlns:a="http://schemas.openxmlformats.org/drawingml/2006/main">
  <dgm:ptLst>
    <dgm:pt modelId="{77AAC008-9D5F-4780-BB43-47CC28D4B10D}" type="doc">
      <dgm:prSet loTypeId="urn:microsoft.com/office/officeart/2005/8/layout/vList4" loCatId="list" qsTypeId="urn:microsoft.com/office/officeart/2005/8/quickstyle/simple1" qsCatId="simple" csTypeId="urn:microsoft.com/office/officeart/2005/8/colors/accent2_5" csCatId="accent2"/>
      <dgm:spPr/>
      <dgm:t>
        <a:bodyPr/>
        <a:lstStyle/>
        <a:p>
          <a:endParaRPr lang="fr-FR"/>
        </a:p>
      </dgm:t>
    </dgm:pt>
    <dgm:pt modelId="{FAEC3DA3-0FD3-4682-807B-600D1E739A84}">
      <dgm:prSet/>
      <dgm:spPr/>
      <dgm:t>
        <a:bodyPr/>
        <a:lstStyle/>
        <a:p>
          <a:pPr rtl="0"/>
          <a:r>
            <a:rPr lang="en-GB" b="1" dirty="0" smtClean="0"/>
            <a:t>Staffing</a:t>
          </a:r>
          <a:endParaRPr lang="fr-FR" b="1" dirty="0"/>
        </a:p>
      </dgm:t>
    </dgm:pt>
    <dgm:pt modelId="{7387DE22-DFF0-48DF-B8E0-A6F5D09667A8}" type="parTrans" cxnId="{8E581CA4-BBDE-4E54-9139-5ECB2484F212}">
      <dgm:prSet/>
      <dgm:spPr/>
      <dgm:t>
        <a:bodyPr/>
        <a:lstStyle/>
        <a:p>
          <a:endParaRPr lang="fr-FR"/>
        </a:p>
      </dgm:t>
    </dgm:pt>
    <dgm:pt modelId="{6C3732EF-2C0F-4D03-B5CA-DC62D87CF747}" type="sibTrans" cxnId="{8E581CA4-BBDE-4E54-9139-5ECB2484F212}">
      <dgm:prSet/>
      <dgm:spPr/>
      <dgm:t>
        <a:bodyPr/>
        <a:lstStyle/>
        <a:p>
          <a:endParaRPr lang="fr-FR"/>
        </a:p>
      </dgm:t>
    </dgm:pt>
    <dgm:pt modelId="{7B177ED1-2BA4-4B57-A112-7D6FF9701A62}" type="pres">
      <dgm:prSet presAssocID="{77AAC008-9D5F-4780-BB43-47CC28D4B10D}" presName="linear" presStyleCnt="0">
        <dgm:presLayoutVars>
          <dgm:dir/>
          <dgm:resizeHandles val="exact"/>
        </dgm:presLayoutVars>
      </dgm:prSet>
      <dgm:spPr/>
      <dgm:t>
        <a:bodyPr/>
        <a:lstStyle/>
        <a:p>
          <a:endParaRPr lang="en-GB"/>
        </a:p>
      </dgm:t>
    </dgm:pt>
    <dgm:pt modelId="{23B357C9-50FC-4B91-A6FB-DA39A0EEE16C}" type="pres">
      <dgm:prSet presAssocID="{FAEC3DA3-0FD3-4682-807B-600D1E739A84}" presName="comp" presStyleCnt="0"/>
      <dgm:spPr/>
    </dgm:pt>
    <dgm:pt modelId="{B45D56D0-211E-4530-BF61-8597A2E4EAFC}" type="pres">
      <dgm:prSet presAssocID="{FAEC3DA3-0FD3-4682-807B-600D1E739A84}" presName="box" presStyleLbl="node1" presStyleIdx="0" presStyleCnt="1"/>
      <dgm:spPr/>
      <dgm:t>
        <a:bodyPr/>
        <a:lstStyle/>
        <a:p>
          <a:endParaRPr lang="en-GB"/>
        </a:p>
      </dgm:t>
    </dgm:pt>
    <dgm:pt modelId="{C0BB6C9C-1E62-4C8A-A9A3-2A35BF74BB8A}" type="pres">
      <dgm:prSet presAssocID="{FAEC3DA3-0FD3-4682-807B-600D1E739A84}" presName="img" presStyleLbl="fgImgPlace1" presStyleIdx="0" presStyleCnt="1"/>
      <dgm:spPr>
        <a:blipFill rotWithShape="0">
          <a:blip xmlns:r="http://schemas.openxmlformats.org/officeDocument/2006/relationships" r:embed="rId1"/>
          <a:stretch>
            <a:fillRect/>
          </a:stretch>
        </a:blipFill>
      </dgm:spPr>
    </dgm:pt>
    <dgm:pt modelId="{8F67E010-A6C7-4810-93A9-65C53474F921}" type="pres">
      <dgm:prSet presAssocID="{FAEC3DA3-0FD3-4682-807B-600D1E739A84}" presName="text" presStyleLbl="node1" presStyleIdx="0" presStyleCnt="1">
        <dgm:presLayoutVars>
          <dgm:bulletEnabled val="1"/>
        </dgm:presLayoutVars>
      </dgm:prSet>
      <dgm:spPr/>
      <dgm:t>
        <a:bodyPr/>
        <a:lstStyle/>
        <a:p>
          <a:endParaRPr lang="en-GB"/>
        </a:p>
      </dgm:t>
    </dgm:pt>
  </dgm:ptLst>
  <dgm:cxnLst>
    <dgm:cxn modelId="{AE19F06E-F6DE-4DB7-B05A-FCB56523F432}" type="presOf" srcId="{77AAC008-9D5F-4780-BB43-47CC28D4B10D}" destId="{7B177ED1-2BA4-4B57-A112-7D6FF9701A62}" srcOrd="0" destOrd="0" presId="urn:microsoft.com/office/officeart/2005/8/layout/vList4"/>
    <dgm:cxn modelId="{B478E049-DC41-4E0A-80C5-0FAFBD5549AF}" type="presOf" srcId="{FAEC3DA3-0FD3-4682-807B-600D1E739A84}" destId="{B45D56D0-211E-4530-BF61-8597A2E4EAFC}" srcOrd="0" destOrd="0" presId="urn:microsoft.com/office/officeart/2005/8/layout/vList4"/>
    <dgm:cxn modelId="{6F8E7E4E-8FA1-4A8F-B10B-327F70BC5E3A}" type="presOf" srcId="{FAEC3DA3-0FD3-4682-807B-600D1E739A84}" destId="{8F67E010-A6C7-4810-93A9-65C53474F921}" srcOrd="1" destOrd="0" presId="urn:microsoft.com/office/officeart/2005/8/layout/vList4"/>
    <dgm:cxn modelId="{8E581CA4-BBDE-4E54-9139-5ECB2484F212}" srcId="{77AAC008-9D5F-4780-BB43-47CC28D4B10D}" destId="{FAEC3DA3-0FD3-4682-807B-600D1E739A84}" srcOrd="0" destOrd="0" parTransId="{7387DE22-DFF0-48DF-B8E0-A6F5D09667A8}" sibTransId="{6C3732EF-2C0F-4D03-B5CA-DC62D87CF747}"/>
    <dgm:cxn modelId="{5DC58037-B029-43D6-97C1-37917CE08C54}" type="presParOf" srcId="{7B177ED1-2BA4-4B57-A112-7D6FF9701A62}" destId="{23B357C9-50FC-4B91-A6FB-DA39A0EEE16C}" srcOrd="0" destOrd="0" presId="urn:microsoft.com/office/officeart/2005/8/layout/vList4"/>
    <dgm:cxn modelId="{F7CB7A2C-E6A0-44BA-972B-0286877932AE}" type="presParOf" srcId="{23B357C9-50FC-4B91-A6FB-DA39A0EEE16C}" destId="{B45D56D0-211E-4530-BF61-8597A2E4EAFC}" srcOrd="0" destOrd="0" presId="urn:microsoft.com/office/officeart/2005/8/layout/vList4"/>
    <dgm:cxn modelId="{96223581-D807-43C7-B697-845215B33B5F}" type="presParOf" srcId="{23B357C9-50FC-4B91-A6FB-DA39A0EEE16C}" destId="{C0BB6C9C-1E62-4C8A-A9A3-2A35BF74BB8A}" srcOrd="1" destOrd="0" presId="urn:microsoft.com/office/officeart/2005/8/layout/vList4"/>
    <dgm:cxn modelId="{1247DB89-D1FC-4ACE-B543-09422B7AE00A}" type="presParOf" srcId="{23B357C9-50FC-4B91-A6FB-DA39A0EEE16C}" destId="{8F67E010-A6C7-4810-93A9-65C53474F921}" srcOrd="2" destOrd="0" presId="urn:microsoft.com/office/officeart/2005/8/layout/vList4"/>
  </dgm:cxnLst>
  <dgm:bg/>
  <dgm:whole/>
</dgm:dataModel>
</file>

<file path=ppt/diagrams/data8.xml><?xml version="1.0" encoding="utf-8"?>
<dgm:dataModel xmlns:dgm="http://schemas.openxmlformats.org/drawingml/2006/diagram" xmlns:a="http://schemas.openxmlformats.org/drawingml/2006/main">
  <dgm:ptLst>
    <dgm:pt modelId="{B1C586B0-4FC5-4DF4-A495-A7078E7C2BEB}" type="doc">
      <dgm:prSet loTypeId="urn:microsoft.com/office/officeart/2005/8/layout/vList4" loCatId="list" qsTypeId="urn:microsoft.com/office/officeart/2005/8/quickstyle/3d3" qsCatId="3D" csTypeId="urn:microsoft.com/office/officeart/2005/8/colors/accent2_5" csCatId="accent2" phldr="1"/>
      <dgm:spPr/>
      <dgm:t>
        <a:bodyPr/>
        <a:lstStyle/>
        <a:p>
          <a:endParaRPr lang="fr-FR"/>
        </a:p>
      </dgm:t>
    </dgm:pt>
    <dgm:pt modelId="{4493F6B1-D8CC-4EAE-AF89-A99EF9A0DAC1}">
      <dgm:prSet/>
      <dgm:spPr/>
      <dgm:t>
        <a:bodyPr/>
        <a:lstStyle/>
        <a:p>
          <a:pPr rtl="0"/>
          <a:r>
            <a:rPr lang="en-GB" b="1" dirty="0" smtClean="0"/>
            <a:t>Power Supply</a:t>
          </a:r>
          <a:endParaRPr lang="fr-FR" b="1" dirty="0"/>
        </a:p>
      </dgm:t>
    </dgm:pt>
    <dgm:pt modelId="{23CDD9C2-86FC-4285-800F-140921755D04}" type="parTrans" cxnId="{35973978-5D9D-4A8E-B61F-76C6AEC5FC27}">
      <dgm:prSet/>
      <dgm:spPr/>
      <dgm:t>
        <a:bodyPr/>
        <a:lstStyle/>
        <a:p>
          <a:endParaRPr lang="fr-FR"/>
        </a:p>
      </dgm:t>
    </dgm:pt>
    <dgm:pt modelId="{7A47AD42-7881-477B-9115-67F1477F5116}" type="sibTrans" cxnId="{35973978-5D9D-4A8E-B61F-76C6AEC5FC27}">
      <dgm:prSet/>
      <dgm:spPr/>
      <dgm:t>
        <a:bodyPr/>
        <a:lstStyle/>
        <a:p>
          <a:endParaRPr lang="fr-FR"/>
        </a:p>
      </dgm:t>
    </dgm:pt>
    <dgm:pt modelId="{B029D617-4435-4CC3-9B2C-AB8488EE59DD}" type="pres">
      <dgm:prSet presAssocID="{B1C586B0-4FC5-4DF4-A495-A7078E7C2BEB}" presName="linear" presStyleCnt="0">
        <dgm:presLayoutVars>
          <dgm:dir/>
          <dgm:resizeHandles val="exact"/>
        </dgm:presLayoutVars>
      </dgm:prSet>
      <dgm:spPr/>
      <dgm:t>
        <a:bodyPr/>
        <a:lstStyle/>
        <a:p>
          <a:endParaRPr lang="en-GB"/>
        </a:p>
      </dgm:t>
    </dgm:pt>
    <dgm:pt modelId="{C26C02A4-19F2-467F-8E60-660F432F7245}" type="pres">
      <dgm:prSet presAssocID="{4493F6B1-D8CC-4EAE-AF89-A99EF9A0DAC1}" presName="comp" presStyleCnt="0"/>
      <dgm:spPr/>
    </dgm:pt>
    <dgm:pt modelId="{3F7C0E39-51EA-45E3-846E-A055B76FAFFC}" type="pres">
      <dgm:prSet presAssocID="{4493F6B1-D8CC-4EAE-AF89-A99EF9A0DAC1}" presName="box" presStyleLbl="node1" presStyleIdx="0" presStyleCnt="1"/>
      <dgm:spPr/>
      <dgm:t>
        <a:bodyPr/>
        <a:lstStyle/>
        <a:p>
          <a:endParaRPr lang="fr-FR"/>
        </a:p>
      </dgm:t>
    </dgm:pt>
    <dgm:pt modelId="{958FEFEB-5B94-4FB9-BD92-4CF33967CA02}" type="pres">
      <dgm:prSet presAssocID="{4493F6B1-D8CC-4EAE-AF89-A99EF9A0DAC1}" presName="img" presStyleLbl="fgImgPlace1" presStyleIdx="0" presStyleCnt="1"/>
      <dgm:spPr>
        <a:blipFill rotWithShape="0">
          <a:blip xmlns:r="http://schemas.openxmlformats.org/officeDocument/2006/relationships" r:embed="rId1"/>
          <a:stretch>
            <a:fillRect/>
          </a:stretch>
        </a:blipFill>
      </dgm:spPr>
    </dgm:pt>
    <dgm:pt modelId="{BB86EB7A-CD6F-4555-B07A-29C978D94077}" type="pres">
      <dgm:prSet presAssocID="{4493F6B1-D8CC-4EAE-AF89-A99EF9A0DAC1}" presName="text" presStyleLbl="node1" presStyleIdx="0" presStyleCnt="1">
        <dgm:presLayoutVars>
          <dgm:bulletEnabled val="1"/>
        </dgm:presLayoutVars>
      </dgm:prSet>
      <dgm:spPr/>
      <dgm:t>
        <a:bodyPr/>
        <a:lstStyle/>
        <a:p>
          <a:endParaRPr lang="fr-FR"/>
        </a:p>
      </dgm:t>
    </dgm:pt>
  </dgm:ptLst>
  <dgm:cxnLst>
    <dgm:cxn modelId="{94128046-FB22-40B2-B727-DB8EB7C05CCC}" type="presOf" srcId="{4493F6B1-D8CC-4EAE-AF89-A99EF9A0DAC1}" destId="{BB86EB7A-CD6F-4555-B07A-29C978D94077}" srcOrd="1" destOrd="0" presId="urn:microsoft.com/office/officeart/2005/8/layout/vList4"/>
    <dgm:cxn modelId="{C8159C7E-F089-42F1-B583-C3E00A1D4D49}" type="presOf" srcId="{B1C586B0-4FC5-4DF4-A495-A7078E7C2BEB}" destId="{B029D617-4435-4CC3-9B2C-AB8488EE59DD}" srcOrd="0" destOrd="0" presId="urn:microsoft.com/office/officeart/2005/8/layout/vList4"/>
    <dgm:cxn modelId="{51A32532-2651-40F0-B08E-0615D0994B8C}" type="presOf" srcId="{4493F6B1-D8CC-4EAE-AF89-A99EF9A0DAC1}" destId="{3F7C0E39-51EA-45E3-846E-A055B76FAFFC}" srcOrd="0" destOrd="0" presId="urn:microsoft.com/office/officeart/2005/8/layout/vList4"/>
    <dgm:cxn modelId="{35973978-5D9D-4A8E-B61F-76C6AEC5FC27}" srcId="{B1C586B0-4FC5-4DF4-A495-A7078E7C2BEB}" destId="{4493F6B1-D8CC-4EAE-AF89-A99EF9A0DAC1}" srcOrd="0" destOrd="0" parTransId="{23CDD9C2-86FC-4285-800F-140921755D04}" sibTransId="{7A47AD42-7881-477B-9115-67F1477F5116}"/>
    <dgm:cxn modelId="{172EA88C-ADE8-4E64-AF66-C679A98B3CC5}" type="presParOf" srcId="{B029D617-4435-4CC3-9B2C-AB8488EE59DD}" destId="{C26C02A4-19F2-467F-8E60-660F432F7245}" srcOrd="0" destOrd="0" presId="urn:microsoft.com/office/officeart/2005/8/layout/vList4"/>
    <dgm:cxn modelId="{0384A5BB-2376-415D-BD24-8E454A0AF93B}" type="presParOf" srcId="{C26C02A4-19F2-467F-8E60-660F432F7245}" destId="{3F7C0E39-51EA-45E3-846E-A055B76FAFFC}" srcOrd="0" destOrd="0" presId="urn:microsoft.com/office/officeart/2005/8/layout/vList4"/>
    <dgm:cxn modelId="{34BDEA40-FE90-4DF5-8105-BD0306C3C4E7}" type="presParOf" srcId="{C26C02A4-19F2-467F-8E60-660F432F7245}" destId="{958FEFEB-5B94-4FB9-BD92-4CF33967CA02}" srcOrd="1" destOrd="0" presId="urn:microsoft.com/office/officeart/2005/8/layout/vList4"/>
    <dgm:cxn modelId="{2D63E5A1-8A5B-4581-8248-D71723F89BA5}" type="presParOf" srcId="{C26C02A4-19F2-467F-8E60-660F432F7245}" destId="{BB86EB7A-CD6F-4555-B07A-29C978D94077}" srcOrd="2" destOrd="0" presId="urn:microsoft.com/office/officeart/2005/8/layout/vList4"/>
  </dgm:cxnLst>
  <dgm:bg/>
  <dgm:whole/>
</dgm:dataModel>
</file>

<file path=ppt/diagrams/data9.xml><?xml version="1.0" encoding="utf-8"?>
<dgm:dataModel xmlns:dgm="http://schemas.openxmlformats.org/drawingml/2006/diagram" xmlns:a="http://schemas.openxmlformats.org/drawingml/2006/main">
  <dgm:ptLst>
    <dgm:pt modelId="{903AA6AB-D012-4D05-8A6D-7E9EC1B94245}"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70062359-2621-491D-A36C-80620CB4C998}">
      <dgm:prSet/>
      <dgm:spPr/>
      <dgm:t>
        <a:bodyPr/>
        <a:lstStyle/>
        <a:p>
          <a:pPr rtl="0"/>
          <a:r>
            <a:rPr lang="en-GB" b="1" dirty="0" smtClean="0"/>
            <a:t>Toilet Facilities</a:t>
          </a:r>
          <a:endParaRPr lang="fr-FR" b="1" dirty="0"/>
        </a:p>
      </dgm:t>
    </dgm:pt>
    <dgm:pt modelId="{FE864647-923A-43E1-B865-34F5A777D17A}" type="parTrans" cxnId="{971355DC-0B1C-42D4-93E5-4CEA2BBB048C}">
      <dgm:prSet/>
      <dgm:spPr/>
      <dgm:t>
        <a:bodyPr/>
        <a:lstStyle/>
        <a:p>
          <a:endParaRPr lang="fr-FR"/>
        </a:p>
      </dgm:t>
    </dgm:pt>
    <dgm:pt modelId="{C563B3A7-F5AA-4AA8-B492-78BB6B9A2F01}" type="sibTrans" cxnId="{971355DC-0B1C-42D4-93E5-4CEA2BBB048C}">
      <dgm:prSet/>
      <dgm:spPr/>
      <dgm:t>
        <a:bodyPr/>
        <a:lstStyle/>
        <a:p>
          <a:endParaRPr lang="fr-FR"/>
        </a:p>
      </dgm:t>
    </dgm:pt>
    <dgm:pt modelId="{ED10BA1F-C9EF-4898-B112-784604B3E412}" type="pres">
      <dgm:prSet presAssocID="{903AA6AB-D012-4D05-8A6D-7E9EC1B94245}" presName="linear" presStyleCnt="0">
        <dgm:presLayoutVars>
          <dgm:dir/>
          <dgm:resizeHandles val="exact"/>
        </dgm:presLayoutVars>
      </dgm:prSet>
      <dgm:spPr/>
      <dgm:t>
        <a:bodyPr/>
        <a:lstStyle/>
        <a:p>
          <a:endParaRPr lang="en-GB"/>
        </a:p>
      </dgm:t>
    </dgm:pt>
    <dgm:pt modelId="{DA6DC829-0860-48F9-AFC2-A7412893CAE9}" type="pres">
      <dgm:prSet presAssocID="{70062359-2621-491D-A36C-80620CB4C998}" presName="comp" presStyleCnt="0"/>
      <dgm:spPr/>
    </dgm:pt>
    <dgm:pt modelId="{AB78D21C-C9DD-40A8-9E2A-17687A600A64}" type="pres">
      <dgm:prSet presAssocID="{70062359-2621-491D-A36C-80620CB4C998}" presName="box" presStyleLbl="node1" presStyleIdx="0" presStyleCnt="1"/>
      <dgm:spPr/>
      <dgm:t>
        <a:bodyPr/>
        <a:lstStyle/>
        <a:p>
          <a:endParaRPr lang="en-GB"/>
        </a:p>
      </dgm:t>
    </dgm:pt>
    <dgm:pt modelId="{8919BE17-7327-4975-B524-2C507BC697D1}" type="pres">
      <dgm:prSet presAssocID="{70062359-2621-491D-A36C-80620CB4C998}" presName="img" presStyleLbl="fgImgPlace1" presStyleIdx="0" presStyleCnt="1"/>
      <dgm:spPr>
        <a:blipFill rotWithShape="0">
          <a:blip xmlns:r="http://schemas.openxmlformats.org/officeDocument/2006/relationships" r:embed="rId1"/>
          <a:stretch>
            <a:fillRect/>
          </a:stretch>
        </a:blipFill>
      </dgm:spPr>
    </dgm:pt>
    <dgm:pt modelId="{0DD06C99-A557-4476-B0BF-99ADA6191AD1}" type="pres">
      <dgm:prSet presAssocID="{70062359-2621-491D-A36C-80620CB4C998}" presName="text" presStyleLbl="node1" presStyleIdx="0" presStyleCnt="1">
        <dgm:presLayoutVars>
          <dgm:bulletEnabled val="1"/>
        </dgm:presLayoutVars>
      </dgm:prSet>
      <dgm:spPr/>
      <dgm:t>
        <a:bodyPr/>
        <a:lstStyle/>
        <a:p>
          <a:endParaRPr lang="en-GB"/>
        </a:p>
      </dgm:t>
    </dgm:pt>
  </dgm:ptLst>
  <dgm:cxnLst>
    <dgm:cxn modelId="{971355DC-0B1C-42D4-93E5-4CEA2BBB048C}" srcId="{903AA6AB-D012-4D05-8A6D-7E9EC1B94245}" destId="{70062359-2621-491D-A36C-80620CB4C998}" srcOrd="0" destOrd="0" parTransId="{FE864647-923A-43E1-B865-34F5A777D17A}" sibTransId="{C563B3A7-F5AA-4AA8-B492-78BB6B9A2F01}"/>
    <dgm:cxn modelId="{DDA95D74-CEFC-4A9E-B220-69D5BE348156}" type="presOf" srcId="{903AA6AB-D012-4D05-8A6D-7E9EC1B94245}" destId="{ED10BA1F-C9EF-4898-B112-784604B3E412}" srcOrd="0" destOrd="0" presId="urn:microsoft.com/office/officeart/2005/8/layout/vList4"/>
    <dgm:cxn modelId="{9FAA0BEF-38CD-44D3-9B39-99013B164C69}" type="presOf" srcId="{70062359-2621-491D-A36C-80620CB4C998}" destId="{0DD06C99-A557-4476-B0BF-99ADA6191AD1}" srcOrd="1" destOrd="0" presId="urn:microsoft.com/office/officeart/2005/8/layout/vList4"/>
    <dgm:cxn modelId="{CA0E1FD4-D6DD-466C-9CF2-E564EB033544}" type="presOf" srcId="{70062359-2621-491D-A36C-80620CB4C998}" destId="{AB78D21C-C9DD-40A8-9E2A-17687A600A64}" srcOrd="0" destOrd="0" presId="urn:microsoft.com/office/officeart/2005/8/layout/vList4"/>
    <dgm:cxn modelId="{F9D99B48-589A-47D1-9FA0-CF9BCB6C291D}" type="presParOf" srcId="{ED10BA1F-C9EF-4898-B112-784604B3E412}" destId="{DA6DC829-0860-48F9-AFC2-A7412893CAE9}" srcOrd="0" destOrd="0" presId="urn:microsoft.com/office/officeart/2005/8/layout/vList4"/>
    <dgm:cxn modelId="{C8806DE2-AC3A-498F-93D1-F773411312AF}" type="presParOf" srcId="{DA6DC829-0860-48F9-AFC2-A7412893CAE9}" destId="{AB78D21C-C9DD-40A8-9E2A-17687A600A64}" srcOrd="0" destOrd="0" presId="urn:microsoft.com/office/officeart/2005/8/layout/vList4"/>
    <dgm:cxn modelId="{4E50EBEA-5025-4CAA-8895-CCECA735E066}" type="presParOf" srcId="{DA6DC829-0860-48F9-AFC2-A7412893CAE9}" destId="{8919BE17-7327-4975-B524-2C507BC697D1}" srcOrd="1" destOrd="0" presId="urn:microsoft.com/office/officeart/2005/8/layout/vList4"/>
    <dgm:cxn modelId="{3026615A-7ECB-4AE5-999B-65B03B13C2F1}" type="presParOf" srcId="{DA6DC829-0860-48F9-AFC2-A7412893CAE9}" destId="{0DD06C99-A557-4476-B0BF-99ADA6191AD1}" srcOrd="2" destOrd="0" presId="urn:microsoft.com/office/officeart/2005/8/layout/vList4"/>
  </dgm:cxnLst>
  <dgm:bg/>
  <dgm:whole/>
</dgm:dataModel>
</file>

<file path=ppt/diagrams/data10.xml><?xml version="1.0" encoding="utf-8"?>
<dgm:dataModel xmlns:dgm="http://schemas.openxmlformats.org/drawingml/2006/diagram" xmlns:a="http://schemas.openxmlformats.org/drawingml/2006/main">
  <dgm:ptLst>
    <dgm:pt modelId="{8DD57548-1897-4744-8041-BE63651C565D}"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D589C5E2-6517-4D4F-8383-8DA0BBBB8161}">
      <dgm:prSet/>
      <dgm:spPr/>
      <dgm:t>
        <a:bodyPr/>
        <a:lstStyle/>
        <a:p>
          <a:pPr rtl="0"/>
          <a:r>
            <a:rPr lang="en-GB" b="1" dirty="0" smtClean="0"/>
            <a:t>Shift Duty and Extended Closing Hours</a:t>
          </a:r>
          <a:endParaRPr lang="fr-FR" b="1" dirty="0"/>
        </a:p>
      </dgm:t>
    </dgm:pt>
    <dgm:pt modelId="{D8771A99-875D-4738-80DD-2130FC21ECE2}" type="parTrans" cxnId="{E5337299-E2B8-4AE3-B774-5E0AC111A11C}">
      <dgm:prSet/>
      <dgm:spPr/>
      <dgm:t>
        <a:bodyPr/>
        <a:lstStyle/>
        <a:p>
          <a:endParaRPr lang="fr-FR"/>
        </a:p>
      </dgm:t>
    </dgm:pt>
    <dgm:pt modelId="{76230D89-1D52-4414-BD7E-70CB95953E30}" type="sibTrans" cxnId="{E5337299-E2B8-4AE3-B774-5E0AC111A11C}">
      <dgm:prSet/>
      <dgm:spPr/>
      <dgm:t>
        <a:bodyPr/>
        <a:lstStyle/>
        <a:p>
          <a:endParaRPr lang="fr-FR"/>
        </a:p>
      </dgm:t>
    </dgm:pt>
    <dgm:pt modelId="{90E3A52F-E419-4F01-B050-FCD90FDD392B}" type="pres">
      <dgm:prSet presAssocID="{8DD57548-1897-4744-8041-BE63651C565D}" presName="linear" presStyleCnt="0">
        <dgm:presLayoutVars>
          <dgm:dir/>
          <dgm:resizeHandles val="exact"/>
        </dgm:presLayoutVars>
      </dgm:prSet>
      <dgm:spPr/>
      <dgm:t>
        <a:bodyPr/>
        <a:lstStyle/>
        <a:p>
          <a:endParaRPr lang="en-GB"/>
        </a:p>
      </dgm:t>
    </dgm:pt>
    <dgm:pt modelId="{5C4210F6-4888-49CE-87DB-E9B975811E96}" type="pres">
      <dgm:prSet presAssocID="{D589C5E2-6517-4D4F-8383-8DA0BBBB8161}" presName="comp" presStyleCnt="0"/>
      <dgm:spPr/>
    </dgm:pt>
    <dgm:pt modelId="{022FEB4A-CBCB-41AB-912F-C0CB0D84F56A}" type="pres">
      <dgm:prSet presAssocID="{D589C5E2-6517-4D4F-8383-8DA0BBBB8161}" presName="box" presStyleLbl="node1" presStyleIdx="0" presStyleCnt="1"/>
      <dgm:spPr/>
      <dgm:t>
        <a:bodyPr/>
        <a:lstStyle/>
        <a:p>
          <a:endParaRPr lang="en-GB"/>
        </a:p>
      </dgm:t>
    </dgm:pt>
    <dgm:pt modelId="{BC2F5A37-A9A7-44A6-AD2E-32C7CD7C30CC}" type="pres">
      <dgm:prSet presAssocID="{D589C5E2-6517-4D4F-8383-8DA0BBBB8161}" presName="img" presStyleLbl="fgImgPlace1" presStyleIdx="0" presStyleCnt="1"/>
      <dgm:spPr>
        <a:blipFill rotWithShape="0">
          <a:blip xmlns:r="http://schemas.openxmlformats.org/officeDocument/2006/relationships" r:embed="rId1"/>
          <a:stretch>
            <a:fillRect/>
          </a:stretch>
        </a:blipFill>
      </dgm:spPr>
    </dgm:pt>
    <dgm:pt modelId="{CCE65FD2-84B4-4564-A069-1F51183B18C9}" type="pres">
      <dgm:prSet presAssocID="{D589C5E2-6517-4D4F-8383-8DA0BBBB8161}" presName="text" presStyleLbl="node1" presStyleIdx="0" presStyleCnt="1">
        <dgm:presLayoutVars>
          <dgm:bulletEnabled val="1"/>
        </dgm:presLayoutVars>
      </dgm:prSet>
      <dgm:spPr/>
      <dgm:t>
        <a:bodyPr/>
        <a:lstStyle/>
        <a:p>
          <a:endParaRPr lang="en-GB"/>
        </a:p>
      </dgm:t>
    </dgm:pt>
  </dgm:ptLst>
  <dgm:cxnLst>
    <dgm:cxn modelId="{0EB60555-B94B-41D8-9D48-595EB4BA8DE0}" type="presOf" srcId="{8DD57548-1897-4744-8041-BE63651C565D}" destId="{90E3A52F-E419-4F01-B050-FCD90FDD392B}" srcOrd="0" destOrd="0" presId="urn:microsoft.com/office/officeart/2005/8/layout/vList4"/>
    <dgm:cxn modelId="{D3734176-BE07-4310-9ED8-1AE7C0898F00}" type="presOf" srcId="{D589C5E2-6517-4D4F-8383-8DA0BBBB8161}" destId="{CCE65FD2-84B4-4564-A069-1F51183B18C9}" srcOrd="1" destOrd="0" presId="urn:microsoft.com/office/officeart/2005/8/layout/vList4"/>
    <dgm:cxn modelId="{E5337299-E2B8-4AE3-B774-5E0AC111A11C}" srcId="{8DD57548-1897-4744-8041-BE63651C565D}" destId="{D589C5E2-6517-4D4F-8383-8DA0BBBB8161}" srcOrd="0" destOrd="0" parTransId="{D8771A99-875D-4738-80DD-2130FC21ECE2}" sibTransId="{76230D89-1D52-4414-BD7E-70CB95953E30}"/>
    <dgm:cxn modelId="{166E2E16-C4D0-4697-B92F-3BD1AAAE096A}" type="presOf" srcId="{D589C5E2-6517-4D4F-8383-8DA0BBBB8161}" destId="{022FEB4A-CBCB-41AB-912F-C0CB0D84F56A}" srcOrd="0" destOrd="0" presId="urn:microsoft.com/office/officeart/2005/8/layout/vList4"/>
    <dgm:cxn modelId="{30EB455E-635A-4A26-8412-27AFF5BFCA6A}" type="presParOf" srcId="{90E3A52F-E419-4F01-B050-FCD90FDD392B}" destId="{5C4210F6-4888-49CE-87DB-E9B975811E96}" srcOrd="0" destOrd="0" presId="urn:microsoft.com/office/officeart/2005/8/layout/vList4"/>
    <dgm:cxn modelId="{627AF5C9-3D0D-40E1-A118-D6DC4C34C5A4}" type="presParOf" srcId="{5C4210F6-4888-49CE-87DB-E9B975811E96}" destId="{022FEB4A-CBCB-41AB-912F-C0CB0D84F56A}" srcOrd="0" destOrd="0" presId="urn:microsoft.com/office/officeart/2005/8/layout/vList4"/>
    <dgm:cxn modelId="{CC3427AC-492E-4AF8-A1CC-1982834DC09B}" type="presParOf" srcId="{5C4210F6-4888-49CE-87DB-E9B975811E96}" destId="{BC2F5A37-A9A7-44A6-AD2E-32C7CD7C30CC}" srcOrd="1" destOrd="0" presId="urn:microsoft.com/office/officeart/2005/8/layout/vList4"/>
    <dgm:cxn modelId="{7EA8BC93-2518-47DA-A4BF-9F4969CB20B5}" type="presParOf" srcId="{5C4210F6-4888-49CE-87DB-E9B975811E96}" destId="{CCE65FD2-84B4-4564-A069-1F51183B18C9}" srcOrd="2" destOrd="0" presId="urn:microsoft.com/office/officeart/2005/8/layout/vList4"/>
  </dgm:cxnLst>
  <dgm:bg/>
  <dgm:whole/>
</dgm:dataModel>
</file>

<file path=ppt/diagrams/data11.xml><?xml version="1.0" encoding="utf-8"?>
<dgm:dataModel xmlns:dgm="http://schemas.openxmlformats.org/drawingml/2006/diagram" xmlns:a="http://schemas.openxmlformats.org/drawingml/2006/main">
  <dgm:ptLst>
    <dgm:pt modelId="{C636DD22-F2D9-49B2-A635-479F56C0F83E}"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E3D695B2-EE7E-431B-9A3D-3B9F96F95F50}">
      <dgm:prSet/>
      <dgm:spPr/>
      <dgm:t>
        <a:bodyPr/>
        <a:lstStyle/>
        <a:p>
          <a:pPr rtl="0"/>
          <a:r>
            <a:rPr lang="en-GB" b="1" dirty="0" smtClean="0"/>
            <a:t>The Bindery</a:t>
          </a:r>
          <a:endParaRPr lang="fr-FR" b="1" dirty="0"/>
        </a:p>
      </dgm:t>
    </dgm:pt>
    <dgm:pt modelId="{6279AC85-2528-4A28-BEC2-A4B9BE557AAE}" type="parTrans" cxnId="{6F1C3B12-A148-4029-904B-D1EF0B9F00E9}">
      <dgm:prSet/>
      <dgm:spPr/>
      <dgm:t>
        <a:bodyPr/>
        <a:lstStyle/>
        <a:p>
          <a:endParaRPr lang="fr-FR"/>
        </a:p>
      </dgm:t>
    </dgm:pt>
    <dgm:pt modelId="{0B132259-CFA7-442E-9E65-68B740B5C9C7}" type="sibTrans" cxnId="{6F1C3B12-A148-4029-904B-D1EF0B9F00E9}">
      <dgm:prSet/>
      <dgm:spPr/>
      <dgm:t>
        <a:bodyPr/>
        <a:lstStyle/>
        <a:p>
          <a:endParaRPr lang="fr-FR"/>
        </a:p>
      </dgm:t>
    </dgm:pt>
    <dgm:pt modelId="{8B6CCC78-F1A7-4E02-B394-EE70483B16F5}" type="pres">
      <dgm:prSet presAssocID="{C636DD22-F2D9-49B2-A635-479F56C0F83E}" presName="linear" presStyleCnt="0">
        <dgm:presLayoutVars>
          <dgm:dir/>
          <dgm:resizeHandles val="exact"/>
        </dgm:presLayoutVars>
      </dgm:prSet>
      <dgm:spPr/>
      <dgm:t>
        <a:bodyPr/>
        <a:lstStyle/>
        <a:p>
          <a:endParaRPr lang="en-GB"/>
        </a:p>
      </dgm:t>
    </dgm:pt>
    <dgm:pt modelId="{F11E1442-E971-455D-BBE5-DA2BDDEDE08F}" type="pres">
      <dgm:prSet presAssocID="{E3D695B2-EE7E-431B-9A3D-3B9F96F95F50}" presName="comp" presStyleCnt="0"/>
      <dgm:spPr/>
    </dgm:pt>
    <dgm:pt modelId="{CF7FB2BB-6CD9-49A0-B1CD-0734F6428BA2}" type="pres">
      <dgm:prSet presAssocID="{E3D695B2-EE7E-431B-9A3D-3B9F96F95F50}" presName="box" presStyleLbl="node1" presStyleIdx="0" presStyleCnt="1"/>
      <dgm:spPr/>
      <dgm:t>
        <a:bodyPr/>
        <a:lstStyle/>
        <a:p>
          <a:endParaRPr lang="en-GB"/>
        </a:p>
      </dgm:t>
    </dgm:pt>
    <dgm:pt modelId="{2029CA28-74A0-46C5-AFFD-449ED98D2674}" type="pres">
      <dgm:prSet presAssocID="{E3D695B2-EE7E-431B-9A3D-3B9F96F95F50}" presName="img" presStyleLbl="fgImgPlace1" presStyleIdx="0" presStyleCnt="1"/>
      <dgm:spPr>
        <a:blipFill rotWithShape="0">
          <a:blip xmlns:r="http://schemas.openxmlformats.org/officeDocument/2006/relationships" r:embed="rId1"/>
          <a:stretch>
            <a:fillRect/>
          </a:stretch>
        </a:blipFill>
      </dgm:spPr>
    </dgm:pt>
    <dgm:pt modelId="{54FD3810-FC97-4EDD-A5AB-2DAE5C01EAB2}" type="pres">
      <dgm:prSet presAssocID="{E3D695B2-EE7E-431B-9A3D-3B9F96F95F50}" presName="text" presStyleLbl="node1" presStyleIdx="0" presStyleCnt="1">
        <dgm:presLayoutVars>
          <dgm:bulletEnabled val="1"/>
        </dgm:presLayoutVars>
      </dgm:prSet>
      <dgm:spPr/>
      <dgm:t>
        <a:bodyPr/>
        <a:lstStyle/>
        <a:p>
          <a:endParaRPr lang="en-GB"/>
        </a:p>
      </dgm:t>
    </dgm:pt>
  </dgm:ptLst>
  <dgm:cxnLst>
    <dgm:cxn modelId="{6F1C3B12-A148-4029-904B-D1EF0B9F00E9}" srcId="{C636DD22-F2D9-49B2-A635-479F56C0F83E}" destId="{E3D695B2-EE7E-431B-9A3D-3B9F96F95F50}" srcOrd="0" destOrd="0" parTransId="{6279AC85-2528-4A28-BEC2-A4B9BE557AAE}" sibTransId="{0B132259-CFA7-442E-9E65-68B740B5C9C7}"/>
    <dgm:cxn modelId="{04140BB3-8CFE-445E-A9DB-F092451A0667}" type="presOf" srcId="{E3D695B2-EE7E-431B-9A3D-3B9F96F95F50}" destId="{CF7FB2BB-6CD9-49A0-B1CD-0734F6428BA2}" srcOrd="0" destOrd="0" presId="urn:microsoft.com/office/officeart/2005/8/layout/vList4"/>
    <dgm:cxn modelId="{70A2B69B-63AF-45FD-96B9-1DA621C65AB8}" type="presOf" srcId="{E3D695B2-EE7E-431B-9A3D-3B9F96F95F50}" destId="{54FD3810-FC97-4EDD-A5AB-2DAE5C01EAB2}" srcOrd="1" destOrd="0" presId="urn:microsoft.com/office/officeart/2005/8/layout/vList4"/>
    <dgm:cxn modelId="{D65050AD-BCB2-4854-A2A6-1252E7940AE8}" type="presOf" srcId="{C636DD22-F2D9-49B2-A635-479F56C0F83E}" destId="{8B6CCC78-F1A7-4E02-B394-EE70483B16F5}" srcOrd="0" destOrd="0" presId="urn:microsoft.com/office/officeart/2005/8/layout/vList4"/>
    <dgm:cxn modelId="{1C93CB9A-1356-403D-9253-363A215C674F}" type="presParOf" srcId="{8B6CCC78-F1A7-4E02-B394-EE70483B16F5}" destId="{F11E1442-E971-455D-BBE5-DA2BDDEDE08F}" srcOrd="0" destOrd="0" presId="urn:microsoft.com/office/officeart/2005/8/layout/vList4"/>
    <dgm:cxn modelId="{FCCF51AA-2050-44D1-85AA-BAF68821FAEC}" type="presParOf" srcId="{F11E1442-E971-455D-BBE5-DA2BDDEDE08F}" destId="{CF7FB2BB-6CD9-49A0-B1CD-0734F6428BA2}" srcOrd="0" destOrd="0" presId="urn:microsoft.com/office/officeart/2005/8/layout/vList4"/>
    <dgm:cxn modelId="{75697F82-71A8-4790-B674-9BBE1B86436A}" type="presParOf" srcId="{F11E1442-E971-455D-BBE5-DA2BDDEDE08F}" destId="{2029CA28-74A0-46C5-AFFD-449ED98D2674}" srcOrd="1" destOrd="0" presId="urn:microsoft.com/office/officeart/2005/8/layout/vList4"/>
    <dgm:cxn modelId="{E89621A0-B565-4138-910F-8FF2BF8127F0}" type="presParOf" srcId="{F11E1442-E971-455D-BBE5-DA2BDDEDE08F}" destId="{54FD3810-FC97-4EDD-A5AB-2DAE5C01EAB2}" srcOrd="2" destOrd="0" presId="urn:microsoft.com/office/officeart/2005/8/layout/vList4"/>
  </dgm:cxnLst>
  <dgm:bg/>
  <dgm:whole/>
</dgm:dataModel>
</file>

<file path=ppt/diagrams/data12.xml><?xml version="1.0" encoding="utf-8"?>
<dgm:dataModel xmlns:dgm="http://schemas.openxmlformats.org/drawingml/2006/diagram" xmlns:a="http://schemas.openxmlformats.org/drawingml/2006/main">
  <dgm:ptLst>
    <dgm:pt modelId="{A4DB5D1C-3C69-40D3-B684-38B4FEB20D84}"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04276CCA-DE88-4A08-B1F1-1E8C544E1C81}">
      <dgm:prSet/>
      <dgm:spPr/>
      <dgm:t>
        <a:bodyPr/>
        <a:lstStyle/>
        <a:p>
          <a:pPr rtl="0"/>
          <a:r>
            <a:rPr lang="en-GB" b="1" dirty="0" smtClean="0"/>
            <a:t>E-Library</a:t>
          </a:r>
          <a:endParaRPr lang="fr-FR" b="1" dirty="0"/>
        </a:p>
      </dgm:t>
    </dgm:pt>
    <dgm:pt modelId="{0F0E290E-7A2F-469C-8740-666819DF219B}" type="parTrans" cxnId="{7FE571DC-8D88-45A1-BEF7-76BB6B8AA17C}">
      <dgm:prSet/>
      <dgm:spPr/>
      <dgm:t>
        <a:bodyPr/>
        <a:lstStyle/>
        <a:p>
          <a:endParaRPr lang="fr-FR"/>
        </a:p>
      </dgm:t>
    </dgm:pt>
    <dgm:pt modelId="{1825B65A-B5B5-44C0-B5B3-5400C0455045}" type="sibTrans" cxnId="{7FE571DC-8D88-45A1-BEF7-76BB6B8AA17C}">
      <dgm:prSet/>
      <dgm:spPr/>
      <dgm:t>
        <a:bodyPr/>
        <a:lstStyle/>
        <a:p>
          <a:endParaRPr lang="fr-FR"/>
        </a:p>
      </dgm:t>
    </dgm:pt>
    <dgm:pt modelId="{A37D481A-6280-4619-96E0-7F98A8085E7D}" type="pres">
      <dgm:prSet presAssocID="{A4DB5D1C-3C69-40D3-B684-38B4FEB20D84}" presName="linear" presStyleCnt="0">
        <dgm:presLayoutVars>
          <dgm:dir/>
          <dgm:resizeHandles val="exact"/>
        </dgm:presLayoutVars>
      </dgm:prSet>
      <dgm:spPr/>
      <dgm:t>
        <a:bodyPr/>
        <a:lstStyle/>
        <a:p>
          <a:endParaRPr lang="en-GB"/>
        </a:p>
      </dgm:t>
    </dgm:pt>
    <dgm:pt modelId="{5E166CD9-072F-4F7A-A8DB-34E062A00C4F}" type="pres">
      <dgm:prSet presAssocID="{04276CCA-DE88-4A08-B1F1-1E8C544E1C81}" presName="comp" presStyleCnt="0"/>
      <dgm:spPr/>
    </dgm:pt>
    <dgm:pt modelId="{D3407182-CF28-453E-ADF4-C278633480F2}" type="pres">
      <dgm:prSet presAssocID="{04276CCA-DE88-4A08-B1F1-1E8C544E1C81}" presName="box" presStyleLbl="node1" presStyleIdx="0" presStyleCnt="1"/>
      <dgm:spPr/>
      <dgm:t>
        <a:bodyPr/>
        <a:lstStyle/>
        <a:p>
          <a:endParaRPr lang="en-GB"/>
        </a:p>
      </dgm:t>
    </dgm:pt>
    <dgm:pt modelId="{33C059A1-A530-4CF7-BDA6-04378A1BB90C}" type="pres">
      <dgm:prSet presAssocID="{04276CCA-DE88-4A08-B1F1-1E8C544E1C81}" presName="img" presStyleLbl="fgImgPlace1" presStyleIdx="0" presStyleCnt="1"/>
      <dgm:spPr>
        <a:blipFill rotWithShape="0">
          <a:blip xmlns:r="http://schemas.openxmlformats.org/officeDocument/2006/relationships" r:embed="rId1"/>
          <a:stretch>
            <a:fillRect/>
          </a:stretch>
        </a:blipFill>
      </dgm:spPr>
      <dgm:t>
        <a:bodyPr/>
        <a:lstStyle/>
        <a:p>
          <a:endParaRPr lang="en-GB"/>
        </a:p>
      </dgm:t>
    </dgm:pt>
    <dgm:pt modelId="{B039E70B-54EB-44C4-AFFF-4C1D901E152A}" type="pres">
      <dgm:prSet presAssocID="{04276CCA-DE88-4A08-B1F1-1E8C544E1C81}" presName="text" presStyleLbl="node1" presStyleIdx="0" presStyleCnt="1">
        <dgm:presLayoutVars>
          <dgm:bulletEnabled val="1"/>
        </dgm:presLayoutVars>
      </dgm:prSet>
      <dgm:spPr/>
      <dgm:t>
        <a:bodyPr/>
        <a:lstStyle/>
        <a:p>
          <a:endParaRPr lang="en-GB"/>
        </a:p>
      </dgm:t>
    </dgm:pt>
  </dgm:ptLst>
  <dgm:cxnLst>
    <dgm:cxn modelId="{981B9B17-13F7-45BF-B798-52E25B928F4A}" type="presOf" srcId="{A4DB5D1C-3C69-40D3-B684-38B4FEB20D84}" destId="{A37D481A-6280-4619-96E0-7F98A8085E7D}" srcOrd="0" destOrd="0" presId="urn:microsoft.com/office/officeart/2005/8/layout/vList4"/>
    <dgm:cxn modelId="{08A24512-9759-4E70-A562-EEC9E604C32E}" type="presOf" srcId="{04276CCA-DE88-4A08-B1F1-1E8C544E1C81}" destId="{D3407182-CF28-453E-ADF4-C278633480F2}" srcOrd="0" destOrd="0" presId="urn:microsoft.com/office/officeart/2005/8/layout/vList4"/>
    <dgm:cxn modelId="{7FE571DC-8D88-45A1-BEF7-76BB6B8AA17C}" srcId="{A4DB5D1C-3C69-40D3-B684-38B4FEB20D84}" destId="{04276CCA-DE88-4A08-B1F1-1E8C544E1C81}" srcOrd="0" destOrd="0" parTransId="{0F0E290E-7A2F-469C-8740-666819DF219B}" sibTransId="{1825B65A-B5B5-44C0-B5B3-5400C0455045}"/>
    <dgm:cxn modelId="{282748BC-8D6E-4F32-9879-22AA8DC0B299}" type="presOf" srcId="{04276CCA-DE88-4A08-B1F1-1E8C544E1C81}" destId="{B039E70B-54EB-44C4-AFFF-4C1D901E152A}" srcOrd="1" destOrd="0" presId="urn:microsoft.com/office/officeart/2005/8/layout/vList4"/>
    <dgm:cxn modelId="{3EE1888D-4123-417D-9600-73173BFAD8C2}" type="presParOf" srcId="{A37D481A-6280-4619-96E0-7F98A8085E7D}" destId="{5E166CD9-072F-4F7A-A8DB-34E062A00C4F}" srcOrd="0" destOrd="0" presId="urn:microsoft.com/office/officeart/2005/8/layout/vList4"/>
    <dgm:cxn modelId="{2E78ACD5-6583-4417-83C2-2A348680F0B6}" type="presParOf" srcId="{5E166CD9-072F-4F7A-A8DB-34E062A00C4F}" destId="{D3407182-CF28-453E-ADF4-C278633480F2}" srcOrd="0" destOrd="0" presId="urn:microsoft.com/office/officeart/2005/8/layout/vList4"/>
    <dgm:cxn modelId="{24237176-8317-4AD4-8E1F-7BF1E3F7DD47}" type="presParOf" srcId="{5E166CD9-072F-4F7A-A8DB-34E062A00C4F}" destId="{33C059A1-A530-4CF7-BDA6-04378A1BB90C}" srcOrd="1" destOrd="0" presId="urn:microsoft.com/office/officeart/2005/8/layout/vList4"/>
    <dgm:cxn modelId="{7F37DB2F-6726-42C3-AFD3-9833899937F5}" type="presParOf" srcId="{5E166CD9-072F-4F7A-A8DB-34E062A00C4F}" destId="{B039E70B-54EB-44C4-AFFF-4C1D901E152A}" srcOrd="2" destOrd="0" presId="urn:microsoft.com/office/officeart/2005/8/layout/vList4"/>
  </dgm:cxnLst>
  <dgm:bg/>
  <dgm:whole/>
</dgm:dataModel>
</file>

<file path=ppt/diagrams/data13.xml><?xml version="1.0" encoding="utf-8"?>
<dgm:dataModel xmlns:dgm="http://schemas.openxmlformats.org/drawingml/2006/diagram" xmlns:a="http://schemas.openxmlformats.org/drawingml/2006/main">
  <dgm:ptLst>
    <dgm:pt modelId="{43D8BFBF-89F2-4702-AC3A-048209FB55F9}"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D42DCB5F-190B-4E81-9FE6-F05CFC85B9B3}">
      <dgm:prSet/>
      <dgm:spPr/>
      <dgm:t>
        <a:bodyPr/>
        <a:lstStyle/>
        <a:p>
          <a:pPr rtl="0"/>
          <a:r>
            <a:rPr lang="en-GB" b="1" dirty="0" smtClean="0"/>
            <a:t>Lack of Office Accommodation</a:t>
          </a:r>
          <a:endParaRPr lang="fr-FR" b="1" dirty="0"/>
        </a:p>
      </dgm:t>
    </dgm:pt>
    <dgm:pt modelId="{2FD94D66-DC11-465A-8DC2-229F685941B3}" type="parTrans" cxnId="{560A10BF-865C-4252-B056-E806A566B6FF}">
      <dgm:prSet/>
      <dgm:spPr/>
      <dgm:t>
        <a:bodyPr/>
        <a:lstStyle/>
        <a:p>
          <a:endParaRPr lang="fr-FR"/>
        </a:p>
      </dgm:t>
    </dgm:pt>
    <dgm:pt modelId="{04604B2F-E470-46CF-987E-A214A1CB345D}" type="sibTrans" cxnId="{560A10BF-865C-4252-B056-E806A566B6FF}">
      <dgm:prSet/>
      <dgm:spPr/>
      <dgm:t>
        <a:bodyPr/>
        <a:lstStyle/>
        <a:p>
          <a:endParaRPr lang="fr-FR"/>
        </a:p>
      </dgm:t>
    </dgm:pt>
    <dgm:pt modelId="{6D668473-4362-442F-AEE3-2F108D6EBB26}" type="pres">
      <dgm:prSet presAssocID="{43D8BFBF-89F2-4702-AC3A-048209FB55F9}" presName="linear" presStyleCnt="0">
        <dgm:presLayoutVars>
          <dgm:dir/>
          <dgm:resizeHandles val="exact"/>
        </dgm:presLayoutVars>
      </dgm:prSet>
      <dgm:spPr/>
      <dgm:t>
        <a:bodyPr/>
        <a:lstStyle/>
        <a:p>
          <a:endParaRPr lang="en-GB"/>
        </a:p>
      </dgm:t>
    </dgm:pt>
    <dgm:pt modelId="{4A41E53A-E245-424B-B9DC-FB73C9476C09}" type="pres">
      <dgm:prSet presAssocID="{D42DCB5F-190B-4E81-9FE6-F05CFC85B9B3}" presName="comp" presStyleCnt="0"/>
      <dgm:spPr/>
    </dgm:pt>
    <dgm:pt modelId="{F1E0525E-329F-41D7-B09C-86C63AC55309}" type="pres">
      <dgm:prSet presAssocID="{D42DCB5F-190B-4E81-9FE6-F05CFC85B9B3}" presName="box" presStyleLbl="node1" presStyleIdx="0" presStyleCnt="1"/>
      <dgm:spPr/>
      <dgm:t>
        <a:bodyPr/>
        <a:lstStyle/>
        <a:p>
          <a:endParaRPr lang="en-GB"/>
        </a:p>
      </dgm:t>
    </dgm:pt>
    <dgm:pt modelId="{96457E97-C682-45B4-96FC-B10EBD5A433D}" type="pres">
      <dgm:prSet presAssocID="{D42DCB5F-190B-4E81-9FE6-F05CFC85B9B3}" presName="img" presStyleLbl="fgImgPlace1" presStyleIdx="0" presStyleCnt="1"/>
      <dgm:spPr>
        <a:blipFill rotWithShape="0">
          <a:blip xmlns:r="http://schemas.openxmlformats.org/officeDocument/2006/relationships" r:embed="rId1"/>
          <a:stretch>
            <a:fillRect/>
          </a:stretch>
        </a:blipFill>
      </dgm:spPr>
    </dgm:pt>
    <dgm:pt modelId="{1E50EAA0-56C6-4321-822A-C07867BC20C4}" type="pres">
      <dgm:prSet presAssocID="{D42DCB5F-190B-4E81-9FE6-F05CFC85B9B3}" presName="text" presStyleLbl="node1" presStyleIdx="0" presStyleCnt="1">
        <dgm:presLayoutVars>
          <dgm:bulletEnabled val="1"/>
        </dgm:presLayoutVars>
      </dgm:prSet>
      <dgm:spPr/>
      <dgm:t>
        <a:bodyPr/>
        <a:lstStyle/>
        <a:p>
          <a:endParaRPr lang="en-GB"/>
        </a:p>
      </dgm:t>
    </dgm:pt>
  </dgm:ptLst>
  <dgm:cxnLst>
    <dgm:cxn modelId="{6932F544-FBCE-47D4-9FF1-0DDB918445BF}" type="presOf" srcId="{D42DCB5F-190B-4E81-9FE6-F05CFC85B9B3}" destId="{1E50EAA0-56C6-4321-822A-C07867BC20C4}" srcOrd="1" destOrd="0" presId="urn:microsoft.com/office/officeart/2005/8/layout/vList4"/>
    <dgm:cxn modelId="{D0333E05-D9FE-41E3-8E7E-8A65DDD9E30A}" type="presOf" srcId="{43D8BFBF-89F2-4702-AC3A-048209FB55F9}" destId="{6D668473-4362-442F-AEE3-2F108D6EBB26}" srcOrd="0" destOrd="0" presId="urn:microsoft.com/office/officeart/2005/8/layout/vList4"/>
    <dgm:cxn modelId="{560A10BF-865C-4252-B056-E806A566B6FF}" srcId="{43D8BFBF-89F2-4702-AC3A-048209FB55F9}" destId="{D42DCB5F-190B-4E81-9FE6-F05CFC85B9B3}" srcOrd="0" destOrd="0" parTransId="{2FD94D66-DC11-465A-8DC2-229F685941B3}" sibTransId="{04604B2F-E470-46CF-987E-A214A1CB345D}"/>
    <dgm:cxn modelId="{56A61571-7116-4077-8B2D-13A37B22EE13}" type="presOf" srcId="{D42DCB5F-190B-4E81-9FE6-F05CFC85B9B3}" destId="{F1E0525E-329F-41D7-B09C-86C63AC55309}" srcOrd="0" destOrd="0" presId="urn:microsoft.com/office/officeart/2005/8/layout/vList4"/>
    <dgm:cxn modelId="{05F1E212-03A8-4085-BA3A-2B24D03637AE}" type="presParOf" srcId="{6D668473-4362-442F-AEE3-2F108D6EBB26}" destId="{4A41E53A-E245-424B-B9DC-FB73C9476C09}" srcOrd="0" destOrd="0" presId="urn:microsoft.com/office/officeart/2005/8/layout/vList4"/>
    <dgm:cxn modelId="{DA11A750-D166-486A-8836-B7A570EB19BF}" type="presParOf" srcId="{4A41E53A-E245-424B-B9DC-FB73C9476C09}" destId="{F1E0525E-329F-41D7-B09C-86C63AC55309}" srcOrd="0" destOrd="0" presId="urn:microsoft.com/office/officeart/2005/8/layout/vList4"/>
    <dgm:cxn modelId="{72699505-A6A8-4857-A1CA-2BB6D433EE14}" type="presParOf" srcId="{4A41E53A-E245-424B-B9DC-FB73C9476C09}" destId="{96457E97-C682-45B4-96FC-B10EBD5A433D}" srcOrd="1" destOrd="0" presId="urn:microsoft.com/office/officeart/2005/8/layout/vList4"/>
    <dgm:cxn modelId="{E50A6BF4-F58D-4640-8FDA-5CCD52C8C682}" type="presParOf" srcId="{4A41E53A-E245-424B-B9DC-FB73C9476C09}" destId="{1E50EAA0-56C6-4321-822A-C07867BC20C4}" srcOrd="2" destOrd="0" presId="urn:microsoft.com/office/officeart/2005/8/layout/vList4"/>
  </dgm:cxnLst>
  <dgm:bg/>
  <dgm:whole/>
</dgm:dataModel>
</file>

<file path=ppt/diagrams/data14.xml><?xml version="1.0" encoding="utf-8"?>
<dgm:dataModel xmlns:dgm="http://schemas.openxmlformats.org/drawingml/2006/diagram" xmlns:a="http://schemas.openxmlformats.org/drawingml/2006/main">
  <dgm:ptLst>
    <dgm:pt modelId="{23167BAD-5088-4E38-93D5-10D6C615B84D}"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31472C69-3B7D-441F-9479-1176B588C919}">
      <dgm:prSet/>
      <dgm:spPr/>
      <dgm:t>
        <a:bodyPr/>
        <a:lstStyle/>
        <a:p>
          <a:pPr rtl="0"/>
          <a:r>
            <a:rPr lang="en-GB" b="1" dirty="0" smtClean="0"/>
            <a:t>Academic Activities Not Digitalized</a:t>
          </a:r>
          <a:endParaRPr lang="fr-FR" b="1" dirty="0"/>
        </a:p>
      </dgm:t>
    </dgm:pt>
    <dgm:pt modelId="{A33281D7-CE4A-4FB6-B03A-14D0EF4AB1A7}" type="parTrans" cxnId="{4E7C0AA0-9E78-481B-ADE8-5CD5190D8FA4}">
      <dgm:prSet/>
      <dgm:spPr/>
      <dgm:t>
        <a:bodyPr/>
        <a:lstStyle/>
        <a:p>
          <a:endParaRPr lang="fr-FR"/>
        </a:p>
      </dgm:t>
    </dgm:pt>
    <dgm:pt modelId="{04305125-9BD4-475F-9EB2-EB3558BCE060}" type="sibTrans" cxnId="{4E7C0AA0-9E78-481B-ADE8-5CD5190D8FA4}">
      <dgm:prSet/>
      <dgm:spPr/>
      <dgm:t>
        <a:bodyPr/>
        <a:lstStyle/>
        <a:p>
          <a:endParaRPr lang="fr-FR"/>
        </a:p>
      </dgm:t>
    </dgm:pt>
    <dgm:pt modelId="{F62B5D29-31C0-4C5C-88A6-5C4A2DB1A96B}" type="pres">
      <dgm:prSet presAssocID="{23167BAD-5088-4E38-93D5-10D6C615B84D}" presName="linear" presStyleCnt="0">
        <dgm:presLayoutVars>
          <dgm:dir/>
          <dgm:resizeHandles val="exact"/>
        </dgm:presLayoutVars>
      </dgm:prSet>
      <dgm:spPr/>
      <dgm:t>
        <a:bodyPr/>
        <a:lstStyle/>
        <a:p>
          <a:endParaRPr lang="en-GB"/>
        </a:p>
      </dgm:t>
    </dgm:pt>
    <dgm:pt modelId="{E0E8BB25-071E-49A8-9803-EEDB8013F628}" type="pres">
      <dgm:prSet presAssocID="{31472C69-3B7D-441F-9479-1176B588C919}" presName="comp" presStyleCnt="0"/>
      <dgm:spPr/>
    </dgm:pt>
    <dgm:pt modelId="{66B3BF19-5349-475B-901A-87DE2FD4646C}" type="pres">
      <dgm:prSet presAssocID="{31472C69-3B7D-441F-9479-1176B588C919}" presName="box" presStyleLbl="node1" presStyleIdx="0" presStyleCnt="1"/>
      <dgm:spPr/>
      <dgm:t>
        <a:bodyPr/>
        <a:lstStyle/>
        <a:p>
          <a:endParaRPr lang="en-GB"/>
        </a:p>
      </dgm:t>
    </dgm:pt>
    <dgm:pt modelId="{2446BC3E-C5B8-424F-A9F6-1E1D66800618}" type="pres">
      <dgm:prSet presAssocID="{31472C69-3B7D-441F-9479-1176B588C919}" presName="img" presStyleLbl="fgImgPlace1" presStyleIdx="0" presStyleCnt="1"/>
      <dgm:spPr>
        <a:blipFill rotWithShape="0">
          <a:blip xmlns:r="http://schemas.openxmlformats.org/officeDocument/2006/relationships" r:embed="rId1"/>
          <a:stretch>
            <a:fillRect/>
          </a:stretch>
        </a:blipFill>
      </dgm:spPr>
    </dgm:pt>
    <dgm:pt modelId="{20227132-C546-49F8-881B-ACA7D782C3A2}" type="pres">
      <dgm:prSet presAssocID="{31472C69-3B7D-441F-9479-1176B588C919}" presName="text" presStyleLbl="node1" presStyleIdx="0" presStyleCnt="1">
        <dgm:presLayoutVars>
          <dgm:bulletEnabled val="1"/>
        </dgm:presLayoutVars>
      </dgm:prSet>
      <dgm:spPr/>
      <dgm:t>
        <a:bodyPr/>
        <a:lstStyle/>
        <a:p>
          <a:endParaRPr lang="en-GB"/>
        </a:p>
      </dgm:t>
    </dgm:pt>
  </dgm:ptLst>
  <dgm:cxnLst>
    <dgm:cxn modelId="{4E7C0AA0-9E78-481B-ADE8-5CD5190D8FA4}" srcId="{23167BAD-5088-4E38-93D5-10D6C615B84D}" destId="{31472C69-3B7D-441F-9479-1176B588C919}" srcOrd="0" destOrd="0" parTransId="{A33281D7-CE4A-4FB6-B03A-14D0EF4AB1A7}" sibTransId="{04305125-9BD4-475F-9EB2-EB3558BCE060}"/>
    <dgm:cxn modelId="{3760F443-1895-4F85-AA15-3C0DB3C7B875}" type="presOf" srcId="{31472C69-3B7D-441F-9479-1176B588C919}" destId="{66B3BF19-5349-475B-901A-87DE2FD4646C}" srcOrd="0" destOrd="0" presId="urn:microsoft.com/office/officeart/2005/8/layout/vList4"/>
    <dgm:cxn modelId="{F3A30DD8-794C-4536-89A8-5D25633E731C}" type="presOf" srcId="{23167BAD-5088-4E38-93D5-10D6C615B84D}" destId="{F62B5D29-31C0-4C5C-88A6-5C4A2DB1A96B}" srcOrd="0" destOrd="0" presId="urn:microsoft.com/office/officeart/2005/8/layout/vList4"/>
    <dgm:cxn modelId="{6E6A5C39-FEF4-4CD6-A981-316443328E7A}" type="presOf" srcId="{31472C69-3B7D-441F-9479-1176B588C919}" destId="{20227132-C546-49F8-881B-ACA7D782C3A2}" srcOrd="1" destOrd="0" presId="urn:microsoft.com/office/officeart/2005/8/layout/vList4"/>
    <dgm:cxn modelId="{CD1D11B7-D4BA-4EDF-9F09-953E7ABD1E33}" type="presParOf" srcId="{F62B5D29-31C0-4C5C-88A6-5C4A2DB1A96B}" destId="{E0E8BB25-071E-49A8-9803-EEDB8013F628}" srcOrd="0" destOrd="0" presId="urn:microsoft.com/office/officeart/2005/8/layout/vList4"/>
    <dgm:cxn modelId="{8CE21CCE-0F7A-47D6-8E44-8262773D66BC}" type="presParOf" srcId="{E0E8BB25-071E-49A8-9803-EEDB8013F628}" destId="{66B3BF19-5349-475B-901A-87DE2FD4646C}" srcOrd="0" destOrd="0" presId="urn:microsoft.com/office/officeart/2005/8/layout/vList4"/>
    <dgm:cxn modelId="{2620551B-9E57-497F-AF0B-445288E814FE}" type="presParOf" srcId="{E0E8BB25-071E-49A8-9803-EEDB8013F628}" destId="{2446BC3E-C5B8-424F-A9F6-1E1D66800618}" srcOrd="1" destOrd="0" presId="urn:microsoft.com/office/officeart/2005/8/layout/vList4"/>
    <dgm:cxn modelId="{B47C7AA2-A527-4D61-AE1C-7FDE46157E6B}" type="presParOf" srcId="{E0E8BB25-071E-49A8-9803-EEDB8013F628}" destId="{20227132-C546-49F8-881B-ACA7D782C3A2}" srcOrd="2" destOrd="0" presId="urn:microsoft.com/office/officeart/2005/8/layout/vList4"/>
  </dgm:cxnLst>
  <dgm:bg/>
  <dgm:whole/>
</dgm:dataModel>
</file>

<file path=ppt/diagrams/data15.xml><?xml version="1.0" encoding="utf-8"?>
<dgm:dataModel xmlns:dgm="http://schemas.openxmlformats.org/drawingml/2006/diagram" xmlns:a="http://schemas.openxmlformats.org/drawingml/2006/main">
  <dgm:ptLst>
    <dgm:pt modelId="{A7A9E993-BDAE-4B6D-98FB-23D96DEA4B5E}" type="doc">
      <dgm:prSet loTypeId="urn:microsoft.com/office/officeart/2005/8/layout/vList4" loCatId="list" qsTypeId="urn:microsoft.com/office/officeart/2005/8/quickstyle/3d3" qsCatId="3D" csTypeId="urn:microsoft.com/office/officeart/2005/8/colors/accent2_5" csCatId="accent2"/>
      <dgm:spPr/>
      <dgm:t>
        <a:bodyPr/>
        <a:lstStyle/>
        <a:p>
          <a:endParaRPr lang="fr-FR"/>
        </a:p>
      </dgm:t>
    </dgm:pt>
    <dgm:pt modelId="{6B5B36E7-75B1-44B5-943F-5ECB66B8CC01}">
      <dgm:prSet/>
      <dgm:spPr/>
      <dgm:t>
        <a:bodyPr/>
        <a:lstStyle/>
        <a:p>
          <a:pPr rtl="0"/>
          <a:r>
            <a:rPr lang="en-GB" b="1" dirty="0" smtClean="0"/>
            <a:t>Lack of Institution Repository</a:t>
          </a:r>
          <a:endParaRPr lang="fr-FR" b="1" dirty="0"/>
        </a:p>
      </dgm:t>
    </dgm:pt>
    <dgm:pt modelId="{60E5383B-113D-4975-BC5B-F39BDDC7E900}" type="parTrans" cxnId="{47557BA9-7B0E-4658-9C76-B9C60FC71ECA}">
      <dgm:prSet/>
      <dgm:spPr/>
      <dgm:t>
        <a:bodyPr/>
        <a:lstStyle/>
        <a:p>
          <a:endParaRPr lang="fr-FR"/>
        </a:p>
      </dgm:t>
    </dgm:pt>
    <dgm:pt modelId="{76D6F22E-B3B9-4EBB-9364-E87FDFFB5BE0}" type="sibTrans" cxnId="{47557BA9-7B0E-4658-9C76-B9C60FC71ECA}">
      <dgm:prSet/>
      <dgm:spPr/>
      <dgm:t>
        <a:bodyPr/>
        <a:lstStyle/>
        <a:p>
          <a:endParaRPr lang="fr-FR"/>
        </a:p>
      </dgm:t>
    </dgm:pt>
    <dgm:pt modelId="{AEB8F961-05CC-465D-AAF8-3FE6B41B5A7B}" type="pres">
      <dgm:prSet presAssocID="{A7A9E993-BDAE-4B6D-98FB-23D96DEA4B5E}" presName="linear" presStyleCnt="0">
        <dgm:presLayoutVars>
          <dgm:dir/>
          <dgm:resizeHandles val="exact"/>
        </dgm:presLayoutVars>
      </dgm:prSet>
      <dgm:spPr/>
      <dgm:t>
        <a:bodyPr/>
        <a:lstStyle/>
        <a:p>
          <a:endParaRPr lang="en-GB"/>
        </a:p>
      </dgm:t>
    </dgm:pt>
    <dgm:pt modelId="{5381570E-E7AB-4A83-B9A7-05DC9A47E32E}" type="pres">
      <dgm:prSet presAssocID="{6B5B36E7-75B1-44B5-943F-5ECB66B8CC01}" presName="comp" presStyleCnt="0"/>
      <dgm:spPr/>
    </dgm:pt>
    <dgm:pt modelId="{2D5E28DF-8172-4D01-BCD2-97D0D2EB8430}" type="pres">
      <dgm:prSet presAssocID="{6B5B36E7-75B1-44B5-943F-5ECB66B8CC01}" presName="box" presStyleLbl="node1" presStyleIdx="0" presStyleCnt="1"/>
      <dgm:spPr/>
      <dgm:t>
        <a:bodyPr/>
        <a:lstStyle/>
        <a:p>
          <a:endParaRPr lang="en-GB"/>
        </a:p>
      </dgm:t>
    </dgm:pt>
    <dgm:pt modelId="{174EFE2A-322C-4405-8E6B-B85C7610CE4B}" type="pres">
      <dgm:prSet presAssocID="{6B5B36E7-75B1-44B5-943F-5ECB66B8CC01}" presName="img" presStyleLbl="fgImgPlace1" presStyleIdx="0" presStyleCnt="1"/>
      <dgm:spPr>
        <a:blipFill rotWithShape="0">
          <a:blip xmlns:r="http://schemas.openxmlformats.org/officeDocument/2006/relationships" r:embed="rId1"/>
          <a:stretch>
            <a:fillRect/>
          </a:stretch>
        </a:blipFill>
      </dgm:spPr>
    </dgm:pt>
    <dgm:pt modelId="{740673DD-DC4F-48A0-BF08-5FB7C635BBCD}" type="pres">
      <dgm:prSet presAssocID="{6B5B36E7-75B1-44B5-943F-5ECB66B8CC01}" presName="text" presStyleLbl="node1" presStyleIdx="0" presStyleCnt="1">
        <dgm:presLayoutVars>
          <dgm:bulletEnabled val="1"/>
        </dgm:presLayoutVars>
      </dgm:prSet>
      <dgm:spPr/>
      <dgm:t>
        <a:bodyPr/>
        <a:lstStyle/>
        <a:p>
          <a:endParaRPr lang="en-GB"/>
        </a:p>
      </dgm:t>
    </dgm:pt>
  </dgm:ptLst>
  <dgm:cxnLst>
    <dgm:cxn modelId="{63F295F5-B746-4849-A386-81B87BB3224F}" type="presOf" srcId="{A7A9E993-BDAE-4B6D-98FB-23D96DEA4B5E}" destId="{AEB8F961-05CC-465D-AAF8-3FE6B41B5A7B}" srcOrd="0" destOrd="0" presId="urn:microsoft.com/office/officeart/2005/8/layout/vList4"/>
    <dgm:cxn modelId="{5F5AE3D6-9200-40B0-9B57-282637C409CF}" type="presOf" srcId="{6B5B36E7-75B1-44B5-943F-5ECB66B8CC01}" destId="{2D5E28DF-8172-4D01-BCD2-97D0D2EB8430}" srcOrd="0" destOrd="0" presId="urn:microsoft.com/office/officeart/2005/8/layout/vList4"/>
    <dgm:cxn modelId="{EDB73999-C853-4EA7-B30C-06753CBFE07F}" type="presOf" srcId="{6B5B36E7-75B1-44B5-943F-5ECB66B8CC01}" destId="{740673DD-DC4F-48A0-BF08-5FB7C635BBCD}" srcOrd="1" destOrd="0" presId="urn:microsoft.com/office/officeart/2005/8/layout/vList4"/>
    <dgm:cxn modelId="{47557BA9-7B0E-4658-9C76-B9C60FC71ECA}" srcId="{A7A9E993-BDAE-4B6D-98FB-23D96DEA4B5E}" destId="{6B5B36E7-75B1-44B5-943F-5ECB66B8CC01}" srcOrd="0" destOrd="0" parTransId="{60E5383B-113D-4975-BC5B-F39BDDC7E900}" sibTransId="{76D6F22E-B3B9-4EBB-9364-E87FDFFB5BE0}"/>
    <dgm:cxn modelId="{62015610-1663-4680-A604-5CC577167815}" type="presParOf" srcId="{AEB8F961-05CC-465D-AAF8-3FE6B41B5A7B}" destId="{5381570E-E7AB-4A83-B9A7-05DC9A47E32E}" srcOrd="0" destOrd="0" presId="urn:microsoft.com/office/officeart/2005/8/layout/vList4"/>
    <dgm:cxn modelId="{5735A1A6-1008-4F62-87A3-CFA6C8FF9E64}" type="presParOf" srcId="{5381570E-E7AB-4A83-B9A7-05DC9A47E32E}" destId="{2D5E28DF-8172-4D01-BCD2-97D0D2EB8430}" srcOrd="0" destOrd="0" presId="urn:microsoft.com/office/officeart/2005/8/layout/vList4"/>
    <dgm:cxn modelId="{612FEE03-237A-4F4F-B232-5BEC91075EA5}" type="presParOf" srcId="{5381570E-E7AB-4A83-B9A7-05DC9A47E32E}" destId="{174EFE2A-322C-4405-8E6B-B85C7610CE4B}" srcOrd="1" destOrd="0" presId="urn:microsoft.com/office/officeart/2005/8/layout/vList4"/>
    <dgm:cxn modelId="{CD5DB033-DBD7-4F1F-A758-2493CCAABE86}" type="presParOf" srcId="{5381570E-E7AB-4A83-B9A7-05DC9A47E32E}" destId="{740673DD-DC4F-48A0-BF08-5FB7C635BBCD}" srcOrd="2" destOrd="0" presId="urn:microsoft.com/office/officeart/2005/8/layout/vList4"/>
  </dgm:cxnLst>
  <dgm:bg/>
  <dgm:whole/>
</dgm:dataModel>
</file>

<file path=ppt/diagrams/data16.xml><?xml version="1.0" encoding="utf-8"?>
<dgm:dataModel xmlns:dgm="http://schemas.openxmlformats.org/drawingml/2006/diagram" xmlns:a="http://schemas.openxmlformats.org/drawingml/2006/main">
  <dgm:ptLst>
    <dgm:pt modelId="{E7F602AA-027C-4B5D-BBB5-00B477372E30}"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fr-FR"/>
        </a:p>
      </dgm:t>
    </dgm:pt>
    <dgm:pt modelId="{20CBCC3C-AD8F-483D-98A2-17EA3819B925}">
      <dgm:prSet/>
      <dgm:spPr/>
      <dgm:t>
        <a:bodyPr/>
        <a:lstStyle/>
        <a:p>
          <a:pPr rtl="0"/>
          <a:r>
            <a:rPr lang="en-GB" dirty="0" smtClean="0"/>
            <a:t>The Library has no provision for students with disabilities.</a:t>
          </a:r>
          <a:endParaRPr lang="fr-FR" dirty="0"/>
        </a:p>
      </dgm:t>
    </dgm:pt>
    <dgm:pt modelId="{41991507-49A1-4A09-A33A-53A59FEDB9B3}" type="parTrans" cxnId="{0EDA2A60-3A2B-48DC-A2B3-D86F488EBCF4}">
      <dgm:prSet/>
      <dgm:spPr/>
      <dgm:t>
        <a:bodyPr/>
        <a:lstStyle/>
        <a:p>
          <a:endParaRPr lang="fr-FR"/>
        </a:p>
      </dgm:t>
    </dgm:pt>
    <dgm:pt modelId="{E0F250FB-9211-4AD4-869B-F2F407BECBED}" type="sibTrans" cxnId="{0EDA2A60-3A2B-48DC-A2B3-D86F488EBCF4}">
      <dgm:prSet/>
      <dgm:spPr/>
      <dgm:t>
        <a:bodyPr/>
        <a:lstStyle/>
        <a:p>
          <a:endParaRPr lang="fr-FR"/>
        </a:p>
      </dgm:t>
    </dgm:pt>
    <dgm:pt modelId="{D8E0CFFD-EE7A-4005-A8AF-66A61DDE602A}">
      <dgm:prSet/>
      <dgm:spPr>
        <a:blipFill rotWithShape="0">
          <a:blip xmlns:r="http://schemas.openxmlformats.org/officeDocument/2006/relationships" r:embed="rId1"/>
          <a:stretch>
            <a:fillRect/>
          </a:stretch>
        </a:blipFill>
      </dgm:spPr>
      <dgm:t>
        <a:bodyPr/>
        <a:lstStyle/>
        <a:p>
          <a:pPr rtl="0"/>
          <a:endParaRPr lang="fr-FR" dirty="0"/>
        </a:p>
      </dgm:t>
    </dgm:pt>
    <dgm:pt modelId="{C4B24A1C-D33B-431B-9C6D-B2AC9A41A601}" type="parTrans" cxnId="{D779A494-4B4B-49CD-937A-16198F874795}">
      <dgm:prSet/>
      <dgm:spPr/>
      <dgm:t>
        <a:bodyPr/>
        <a:lstStyle/>
        <a:p>
          <a:endParaRPr lang="fr-FR"/>
        </a:p>
      </dgm:t>
    </dgm:pt>
    <dgm:pt modelId="{12D2B3DB-646A-4B91-8E98-672866B3A2CB}" type="sibTrans" cxnId="{D779A494-4B4B-49CD-937A-16198F874795}">
      <dgm:prSet/>
      <dgm:spPr/>
      <dgm:t>
        <a:bodyPr/>
        <a:lstStyle/>
        <a:p>
          <a:endParaRPr lang="fr-FR"/>
        </a:p>
      </dgm:t>
    </dgm:pt>
    <dgm:pt modelId="{282B5271-490F-4F8A-8C16-1784E9B0521C}" type="pres">
      <dgm:prSet presAssocID="{E7F602AA-027C-4B5D-BBB5-00B477372E30}" presName="CompostProcess" presStyleCnt="0">
        <dgm:presLayoutVars>
          <dgm:dir/>
          <dgm:resizeHandles val="exact"/>
        </dgm:presLayoutVars>
      </dgm:prSet>
      <dgm:spPr/>
      <dgm:t>
        <a:bodyPr/>
        <a:lstStyle/>
        <a:p>
          <a:endParaRPr lang="en-GB"/>
        </a:p>
      </dgm:t>
    </dgm:pt>
    <dgm:pt modelId="{1365F60C-CD1C-4007-A954-7BB651B407CF}" type="pres">
      <dgm:prSet presAssocID="{E7F602AA-027C-4B5D-BBB5-00B477372E30}" presName="arrow" presStyleLbl="bgShp" presStyleIdx="0" presStyleCnt="1"/>
      <dgm:spPr/>
    </dgm:pt>
    <dgm:pt modelId="{5F4CE053-5CF5-4D9B-990A-5D9332BD0A7E}" type="pres">
      <dgm:prSet presAssocID="{E7F602AA-027C-4B5D-BBB5-00B477372E30}" presName="linearProcess" presStyleCnt="0"/>
      <dgm:spPr/>
    </dgm:pt>
    <dgm:pt modelId="{B497BAEF-D8B9-4AF7-B848-789EF81A9745}" type="pres">
      <dgm:prSet presAssocID="{20CBCC3C-AD8F-483D-98A2-17EA3819B925}" presName="textNode" presStyleLbl="node1" presStyleIdx="0" presStyleCnt="2" custScaleY="177874">
        <dgm:presLayoutVars>
          <dgm:bulletEnabled val="1"/>
        </dgm:presLayoutVars>
      </dgm:prSet>
      <dgm:spPr/>
      <dgm:t>
        <a:bodyPr/>
        <a:lstStyle/>
        <a:p>
          <a:endParaRPr lang="en-GB"/>
        </a:p>
      </dgm:t>
    </dgm:pt>
    <dgm:pt modelId="{E5026591-831D-4E22-A1AC-1EF20CEB4679}" type="pres">
      <dgm:prSet presAssocID="{E0F250FB-9211-4AD4-869B-F2F407BECBED}" presName="sibTrans" presStyleCnt="0"/>
      <dgm:spPr/>
    </dgm:pt>
    <dgm:pt modelId="{17B0FE1D-6B67-47E6-B1B1-EAA3A0AB64D0}" type="pres">
      <dgm:prSet presAssocID="{D8E0CFFD-EE7A-4005-A8AF-66A61DDE602A}" presName="textNode" presStyleLbl="node1" presStyleIdx="1" presStyleCnt="2" custScaleY="187602">
        <dgm:presLayoutVars>
          <dgm:bulletEnabled val="1"/>
        </dgm:presLayoutVars>
      </dgm:prSet>
      <dgm:spPr/>
      <dgm:t>
        <a:bodyPr/>
        <a:lstStyle/>
        <a:p>
          <a:endParaRPr lang="en-GB"/>
        </a:p>
      </dgm:t>
    </dgm:pt>
  </dgm:ptLst>
  <dgm:cxnLst>
    <dgm:cxn modelId="{0EDA2A60-3A2B-48DC-A2B3-D86F488EBCF4}" srcId="{E7F602AA-027C-4B5D-BBB5-00B477372E30}" destId="{20CBCC3C-AD8F-483D-98A2-17EA3819B925}" srcOrd="0" destOrd="0" parTransId="{41991507-49A1-4A09-A33A-53A59FEDB9B3}" sibTransId="{E0F250FB-9211-4AD4-869B-F2F407BECBED}"/>
    <dgm:cxn modelId="{D779A494-4B4B-49CD-937A-16198F874795}" srcId="{E7F602AA-027C-4B5D-BBB5-00B477372E30}" destId="{D8E0CFFD-EE7A-4005-A8AF-66A61DDE602A}" srcOrd="1" destOrd="0" parTransId="{C4B24A1C-D33B-431B-9C6D-B2AC9A41A601}" sibTransId="{12D2B3DB-646A-4B91-8E98-672866B3A2CB}"/>
    <dgm:cxn modelId="{7DE8E80D-574C-4A41-870C-7C461A5EB129}" type="presOf" srcId="{D8E0CFFD-EE7A-4005-A8AF-66A61DDE602A}" destId="{17B0FE1D-6B67-47E6-B1B1-EAA3A0AB64D0}" srcOrd="0" destOrd="0" presId="urn:microsoft.com/office/officeart/2005/8/layout/hProcess9"/>
    <dgm:cxn modelId="{44ED3672-4164-42DA-94CB-5E8225974003}" type="presOf" srcId="{20CBCC3C-AD8F-483D-98A2-17EA3819B925}" destId="{B497BAEF-D8B9-4AF7-B848-789EF81A9745}" srcOrd="0" destOrd="0" presId="urn:microsoft.com/office/officeart/2005/8/layout/hProcess9"/>
    <dgm:cxn modelId="{95E0836E-6C1A-45DE-B000-8308E58DB945}" type="presOf" srcId="{E7F602AA-027C-4B5D-BBB5-00B477372E30}" destId="{282B5271-490F-4F8A-8C16-1784E9B0521C}" srcOrd="0" destOrd="0" presId="urn:microsoft.com/office/officeart/2005/8/layout/hProcess9"/>
    <dgm:cxn modelId="{31521938-CA8B-4697-8C83-8170FED454DF}" type="presParOf" srcId="{282B5271-490F-4F8A-8C16-1784E9B0521C}" destId="{1365F60C-CD1C-4007-A954-7BB651B407CF}" srcOrd="0" destOrd="0" presId="urn:microsoft.com/office/officeart/2005/8/layout/hProcess9"/>
    <dgm:cxn modelId="{FF77A3C2-B71D-47E8-976F-6E3E350A564B}" type="presParOf" srcId="{282B5271-490F-4F8A-8C16-1784E9B0521C}" destId="{5F4CE053-5CF5-4D9B-990A-5D9332BD0A7E}" srcOrd="1" destOrd="0" presId="urn:microsoft.com/office/officeart/2005/8/layout/hProcess9"/>
    <dgm:cxn modelId="{E1E9A470-501D-4F7F-90D2-EB692ED93A96}" type="presParOf" srcId="{5F4CE053-5CF5-4D9B-990A-5D9332BD0A7E}" destId="{B497BAEF-D8B9-4AF7-B848-789EF81A9745}" srcOrd="0" destOrd="0" presId="urn:microsoft.com/office/officeart/2005/8/layout/hProcess9"/>
    <dgm:cxn modelId="{75EEC20E-20E4-4618-A5AB-1B10E168D7AB}" type="presParOf" srcId="{5F4CE053-5CF5-4D9B-990A-5D9332BD0A7E}" destId="{E5026591-831D-4E22-A1AC-1EF20CEB4679}" srcOrd="1" destOrd="0" presId="urn:microsoft.com/office/officeart/2005/8/layout/hProcess9"/>
    <dgm:cxn modelId="{509DC922-FA34-4DD5-9B6D-86567D137780}" type="presParOf" srcId="{5F4CE053-5CF5-4D9B-990A-5D9332BD0A7E}" destId="{17B0FE1D-6B67-47E6-B1B1-EAA3A0AB64D0}" srcOrd="2" destOrd="0" presId="urn:microsoft.com/office/officeart/2005/8/layout/hProcess9"/>
  </dgm:cxnLst>
  <dgm:bg/>
  <dgm:whole/>
</dgm:dataModel>
</file>

<file path=ppt/diagrams/data17.xml><?xml version="1.0" encoding="utf-8"?>
<dgm:dataModel xmlns:dgm="http://schemas.openxmlformats.org/drawingml/2006/diagram" xmlns:a="http://schemas.openxmlformats.org/drawingml/2006/main">
  <dgm:ptLst>
    <dgm:pt modelId="{D6D8F817-007B-4CE3-AA27-4E7527E7BA93}" type="doc">
      <dgm:prSet loTypeId="urn:microsoft.com/office/officeart/2005/8/layout/vList4" loCatId="list" qsTypeId="urn:microsoft.com/office/officeart/2005/8/quickstyle/3d3" qsCatId="3D" csTypeId="urn:microsoft.com/office/officeart/2005/8/colors/accent2_5" csCatId="accent2" phldr="1"/>
      <dgm:spPr/>
      <dgm:t>
        <a:bodyPr/>
        <a:lstStyle/>
        <a:p>
          <a:endParaRPr lang="fr-FR"/>
        </a:p>
      </dgm:t>
    </dgm:pt>
    <dgm:pt modelId="{CEA8D4A2-893B-4E23-86DD-5EB8FE34D165}">
      <dgm:prSet/>
      <dgm:spPr/>
      <dgm:t>
        <a:bodyPr/>
        <a:lstStyle/>
        <a:p>
          <a:pPr rtl="0"/>
          <a:r>
            <a:rPr lang="en-GB" b="1" dirty="0" smtClean="0"/>
            <a:t>No Provision for Physically Challenged</a:t>
          </a:r>
          <a:r>
            <a:rPr lang="fr-FR" b="1" dirty="0" smtClean="0"/>
            <a:t/>
          </a:r>
          <a:br>
            <a:rPr lang="fr-FR" b="1" dirty="0" smtClean="0"/>
          </a:br>
          <a:endParaRPr lang="fr-FR" b="1" dirty="0"/>
        </a:p>
      </dgm:t>
    </dgm:pt>
    <dgm:pt modelId="{3895DC1B-B824-4193-8074-D0814C48278B}" type="parTrans" cxnId="{09E7D9EF-70CE-464F-A34C-7BA688F14286}">
      <dgm:prSet/>
      <dgm:spPr/>
      <dgm:t>
        <a:bodyPr/>
        <a:lstStyle/>
        <a:p>
          <a:endParaRPr lang="fr-FR"/>
        </a:p>
      </dgm:t>
    </dgm:pt>
    <dgm:pt modelId="{51416868-7CA3-4724-9C08-D8618410C955}" type="sibTrans" cxnId="{09E7D9EF-70CE-464F-A34C-7BA688F14286}">
      <dgm:prSet/>
      <dgm:spPr/>
      <dgm:t>
        <a:bodyPr/>
        <a:lstStyle/>
        <a:p>
          <a:endParaRPr lang="fr-FR"/>
        </a:p>
      </dgm:t>
    </dgm:pt>
    <dgm:pt modelId="{8783293F-20E0-4F82-9B2E-56C4329B3F59}" type="pres">
      <dgm:prSet presAssocID="{D6D8F817-007B-4CE3-AA27-4E7527E7BA93}" presName="linear" presStyleCnt="0">
        <dgm:presLayoutVars>
          <dgm:dir/>
          <dgm:resizeHandles val="exact"/>
        </dgm:presLayoutVars>
      </dgm:prSet>
      <dgm:spPr/>
      <dgm:t>
        <a:bodyPr/>
        <a:lstStyle/>
        <a:p>
          <a:endParaRPr lang="en-GB"/>
        </a:p>
      </dgm:t>
    </dgm:pt>
    <dgm:pt modelId="{78011E5F-31D1-4B30-82A3-B9DD58CEAA82}" type="pres">
      <dgm:prSet presAssocID="{CEA8D4A2-893B-4E23-86DD-5EB8FE34D165}" presName="comp" presStyleCnt="0"/>
      <dgm:spPr/>
    </dgm:pt>
    <dgm:pt modelId="{BB1F2B70-2B9C-474A-B791-54626A7DFBE6}" type="pres">
      <dgm:prSet presAssocID="{CEA8D4A2-893B-4E23-86DD-5EB8FE34D165}" presName="box" presStyleLbl="node1" presStyleIdx="0" presStyleCnt="1"/>
      <dgm:spPr/>
      <dgm:t>
        <a:bodyPr/>
        <a:lstStyle/>
        <a:p>
          <a:endParaRPr lang="fr-FR"/>
        </a:p>
      </dgm:t>
    </dgm:pt>
    <dgm:pt modelId="{20FC3303-2AEE-4636-A2F6-941BC65513CF}" type="pres">
      <dgm:prSet presAssocID="{CEA8D4A2-893B-4E23-86DD-5EB8FE34D165}" presName="img" presStyleLbl="fgImgPlace1" presStyleIdx="0" presStyleCnt="1"/>
      <dgm:spPr>
        <a:blipFill rotWithShape="0">
          <a:blip xmlns:r="http://schemas.openxmlformats.org/officeDocument/2006/relationships" r:embed="rId1"/>
          <a:stretch>
            <a:fillRect/>
          </a:stretch>
        </a:blipFill>
      </dgm:spPr>
    </dgm:pt>
    <dgm:pt modelId="{250E0182-04DD-4E61-BA7E-3FD264566AA3}" type="pres">
      <dgm:prSet presAssocID="{CEA8D4A2-893B-4E23-86DD-5EB8FE34D165}" presName="text" presStyleLbl="node1" presStyleIdx="0" presStyleCnt="1">
        <dgm:presLayoutVars>
          <dgm:bulletEnabled val="1"/>
        </dgm:presLayoutVars>
      </dgm:prSet>
      <dgm:spPr/>
      <dgm:t>
        <a:bodyPr/>
        <a:lstStyle/>
        <a:p>
          <a:endParaRPr lang="fr-FR"/>
        </a:p>
      </dgm:t>
    </dgm:pt>
  </dgm:ptLst>
  <dgm:cxnLst>
    <dgm:cxn modelId="{0BFE6D98-1E80-4D8B-B230-419CA544BAAD}" type="presOf" srcId="{CEA8D4A2-893B-4E23-86DD-5EB8FE34D165}" destId="{250E0182-04DD-4E61-BA7E-3FD264566AA3}" srcOrd="1" destOrd="0" presId="urn:microsoft.com/office/officeart/2005/8/layout/vList4"/>
    <dgm:cxn modelId="{3C91D884-8D27-413C-94BC-E60ED6B28FC6}" type="presOf" srcId="{CEA8D4A2-893B-4E23-86DD-5EB8FE34D165}" destId="{BB1F2B70-2B9C-474A-B791-54626A7DFBE6}" srcOrd="0" destOrd="0" presId="urn:microsoft.com/office/officeart/2005/8/layout/vList4"/>
    <dgm:cxn modelId="{09E7D9EF-70CE-464F-A34C-7BA688F14286}" srcId="{D6D8F817-007B-4CE3-AA27-4E7527E7BA93}" destId="{CEA8D4A2-893B-4E23-86DD-5EB8FE34D165}" srcOrd="0" destOrd="0" parTransId="{3895DC1B-B824-4193-8074-D0814C48278B}" sibTransId="{51416868-7CA3-4724-9C08-D8618410C955}"/>
    <dgm:cxn modelId="{E1C583D3-2206-41BF-974F-87B837B6B7E2}" type="presOf" srcId="{D6D8F817-007B-4CE3-AA27-4E7527E7BA93}" destId="{8783293F-20E0-4F82-9B2E-56C4329B3F59}" srcOrd="0" destOrd="0" presId="urn:microsoft.com/office/officeart/2005/8/layout/vList4"/>
    <dgm:cxn modelId="{4B6A3644-E1D4-404D-9B9E-37ADD767F535}" type="presParOf" srcId="{8783293F-20E0-4F82-9B2E-56C4329B3F59}" destId="{78011E5F-31D1-4B30-82A3-B9DD58CEAA82}" srcOrd="0" destOrd="0" presId="urn:microsoft.com/office/officeart/2005/8/layout/vList4"/>
    <dgm:cxn modelId="{91472411-553F-4B1D-9846-38A5707325DA}" type="presParOf" srcId="{78011E5F-31D1-4B30-82A3-B9DD58CEAA82}" destId="{BB1F2B70-2B9C-474A-B791-54626A7DFBE6}" srcOrd="0" destOrd="0" presId="urn:microsoft.com/office/officeart/2005/8/layout/vList4"/>
    <dgm:cxn modelId="{97F53AB0-A09F-4849-95B6-6452760EC417}" type="presParOf" srcId="{78011E5F-31D1-4B30-82A3-B9DD58CEAA82}" destId="{20FC3303-2AEE-4636-A2F6-941BC65513CF}" srcOrd="1" destOrd="0" presId="urn:microsoft.com/office/officeart/2005/8/layout/vList4"/>
    <dgm:cxn modelId="{5C71B383-A3C3-42A9-9267-32CEC3FB0C2B}" type="presParOf" srcId="{78011E5F-31D1-4B30-82A3-B9DD58CEAA82}" destId="{250E0182-04DD-4E61-BA7E-3FD264566AA3}" srcOrd="2" destOrd="0" presId="urn:microsoft.com/office/officeart/2005/8/layout/vList4"/>
  </dgm:cxnLst>
  <dgm:bg/>
  <dgm:whole/>
</dgm:dataModel>
</file>

<file path=ppt/diagrams/data18.xml><?xml version="1.0" encoding="utf-8"?>
<dgm:dataModel xmlns:dgm="http://schemas.openxmlformats.org/drawingml/2006/diagram" xmlns:a="http://schemas.openxmlformats.org/drawingml/2006/main">
  <dgm:ptLst>
    <dgm:pt modelId="{4B2D9B11-8450-4E72-9238-4405551A06F6}" type="doc">
      <dgm:prSet loTypeId="urn:microsoft.com/office/officeart/2005/8/layout/vList3" loCatId="list" qsTypeId="urn:microsoft.com/office/officeart/2005/8/quickstyle/simple1" qsCatId="simple" csTypeId="urn:microsoft.com/office/officeart/2005/8/colors/accent2_5" csCatId="accent2" phldr="1"/>
      <dgm:spPr/>
      <dgm:t>
        <a:bodyPr/>
        <a:lstStyle/>
        <a:p>
          <a:endParaRPr lang="fr-FR"/>
        </a:p>
      </dgm:t>
    </dgm:pt>
    <dgm:pt modelId="{1988A535-A610-4E64-94F3-349CB685556C}">
      <dgm:prSet custT="1"/>
      <dgm:spPr/>
      <dgm:t>
        <a:bodyPr/>
        <a:lstStyle/>
        <a:p>
          <a:pPr rtl="0"/>
          <a:endParaRPr lang="en-GB" sz="1300" b="1" dirty="0" smtClean="0"/>
        </a:p>
        <a:p>
          <a:pPr rtl="0"/>
          <a:r>
            <a:rPr lang="en-GB" sz="3200" b="1" dirty="0" smtClean="0">
              <a:effectLst>
                <a:outerShdw blurRad="38100" dist="38100" dir="2700000" algn="tl">
                  <a:srgbClr val="000000">
                    <a:alpha val="43137"/>
                  </a:srgbClr>
                </a:outerShdw>
              </a:effectLst>
            </a:rPr>
            <a:t>SUGGESTIONS/</a:t>
          </a:r>
          <a:br>
            <a:rPr lang="en-GB" sz="3200" b="1" dirty="0" smtClean="0">
              <a:effectLst>
                <a:outerShdw blurRad="38100" dist="38100" dir="2700000" algn="tl">
                  <a:srgbClr val="000000">
                    <a:alpha val="43137"/>
                  </a:srgbClr>
                </a:outerShdw>
              </a:effectLst>
            </a:rPr>
          </a:br>
          <a:r>
            <a:rPr lang="en-GB" sz="3200" b="1" dirty="0" smtClean="0">
              <a:effectLst>
                <a:outerShdw blurRad="38100" dist="38100" dir="2700000" algn="tl">
                  <a:srgbClr val="000000">
                    <a:alpha val="43137"/>
                  </a:srgbClr>
                </a:outerShdw>
              </a:effectLst>
            </a:rPr>
            <a:t>RECOMMENDATIONS</a:t>
          </a:r>
          <a:r>
            <a:rPr lang="fr-FR" sz="3200" b="1" dirty="0" smtClean="0">
              <a:effectLst>
                <a:outerShdw blurRad="38100" dist="38100" dir="2700000" algn="tl">
                  <a:srgbClr val="000000">
                    <a:alpha val="43137"/>
                  </a:srgbClr>
                </a:outerShdw>
              </a:effectLst>
            </a:rPr>
            <a:t/>
          </a:r>
          <a:br>
            <a:rPr lang="fr-FR" sz="3200" b="1" dirty="0" smtClean="0">
              <a:effectLst>
                <a:outerShdw blurRad="38100" dist="38100" dir="2700000" algn="tl">
                  <a:srgbClr val="000000">
                    <a:alpha val="43137"/>
                  </a:srgbClr>
                </a:outerShdw>
              </a:effectLst>
            </a:rPr>
          </a:br>
          <a:endParaRPr lang="fr-FR" sz="3200" b="1" dirty="0">
            <a:effectLst>
              <a:outerShdw blurRad="38100" dist="38100" dir="2700000" algn="tl">
                <a:srgbClr val="000000">
                  <a:alpha val="43137"/>
                </a:srgbClr>
              </a:outerShdw>
            </a:effectLst>
          </a:endParaRPr>
        </a:p>
      </dgm:t>
    </dgm:pt>
    <dgm:pt modelId="{AE4E9E55-4ADF-49F5-A635-FD4C9F7B89F5}" type="parTrans" cxnId="{1C2E3815-024D-49F3-862B-5DB38FEF82D8}">
      <dgm:prSet/>
      <dgm:spPr/>
      <dgm:t>
        <a:bodyPr/>
        <a:lstStyle/>
        <a:p>
          <a:endParaRPr lang="fr-FR"/>
        </a:p>
      </dgm:t>
    </dgm:pt>
    <dgm:pt modelId="{3CF15D67-26ED-48DA-ACA8-DA62591A982C}" type="sibTrans" cxnId="{1C2E3815-024D-49F3-862B-5DB38FEF82D8}">
      <dgm:prSet/>
      <dgm:spPr/>
      <dgm:t>
        <a:bodyPr/>
        <a:lstStyle/>
        <a:p>
          <a:endParaRPr lang="fr-FR"/>
        </a:p>
      </dgm:t>
    </dgm:pt>
    <dgm:pt modelId="{B1D46310-FF5D-4BB0-AA7F-7A51446AE997}" type="pres">
      <dgm:prSet presAssocID="{4B2D9B11-8450-4E72-9238-4405551A06F6}" presName="linearFlow" presStyleCnt="0">
        <dgm:presLayoutVars>
          <dgm:dir/>
          <dgm:resizeHandles val="exact"/>
        </dgm:presLayoutVars>
      </dgm:prSet>
      <dgm:spPr/>
      <dgm:t>
        <a:bodyPr/>
        <a:lstStyle/>
        <a:p>
          <a:endParaRPr lang="en-GB"/>
        </a:p>
      </dgm:t>
    </dgm:pt>
    <dgm:pt modelId="{6CDFF755-47FF-49EE-8245-7174C0D2EF80}" type="pres">
      <dgm:prSet presAssocID="{1988A535-A610-4E64-94F3-349CB685556C}" presName="composite" presStyleCnt="0"/>
      <dgm:spPr/>
    </dgm:pt>
    <dgm:pt modelId="{6B5D2EF9-41C9-4F4F-AC95-DA34DD2B48B2}" type="pres">
      <dgm:prSet presAssocID="{1988A535-A610-4E64-94F3-349CB685556C}" presName="imgShp" presStyleLbl="fgImgPlace1" presStyleIdx="0" presStyleCnt="1"/>
      <dgm:spPr>
        <a:blipFill rotWithShape="0">
          <a:blip xmlns:r="http://schemas.openxmlformats.org/officeDocument/2006/relationships" r:embed="rId1"/>
          <a:stretch>
            <a:fillRect/>
          </a:stretch>
        </a:blipFill>
      </dgm:spPr>
    </dgm:pt>
    <dgm:pt modelId="{9060874A-6CD6-4984-B4DD-4C7F4FB11E7B}" type="pres">
      <dgm:prSet presAssocID="{1988A535-A610-4E64-94F3-349CB685556C}" presName="txShp" presStyleLbl="node1" presStyleIdx="0" presStyleCnt="1">
        <dgm:presLayoutVars>
          <dgm:bulletEnabled val="1"/>
        </dgm:presLayoutVars>
      </dgm:prSet>
      <dgm:spPr/>
      <dgm:t>
        <a:bodyPr/>
        <a:lstStyle/>
        <a:p>
          <a:endParaRPr lang="en-GB"/>
        </a:p>
      </dgm:t>
    </dgm:pt>
  </dgm:ptLst>
  <dgm:cxnLst>
    <dgm:cxn modelId="{1C2E3815-024D-49F3-862B-5DB38FEF82D8}" srcId="{4B2D9B11-8450-4E72-9238-4405551A06F6}" destId="{1988A535-A610-4E64-94F3-349CB685556C}" srcOrd="0" destOrd="0" parTransId="{AE4E9E55-4ADF-49F5-A635-FD4C9F7B89F5}" sibTransId="{3CF15D67-26ED-48DA-ACA8-DA62591A982C}"/>
    <dgm:cxn modelId="{97B27AFD-C8A1-4712-AD47-5AC68317A8F7}" type="presOf" srcId="{1988A535-A610-4E64-94F3-349CB685556C}" destId="{9060874A-6CD6-4984-B4DD-4C7F4FB11E7B}" srcOrd="0" destOrd="0" presId="urn:microsoft.com/office/officeart/2005/8/layout/vList3"/>
    <dgm:cxn modelId="{5BBE7969-1F14-4D15-85E8-75016AA8DEB9}" type="presOf" srcId="{4B2D9B11-8450-4E72-9238-4405551A06F6}" destId="{B1D46310-FF5D-4BB0-AA7F-7A51446AE997}" srcOrd="0" destOrd="0" presId="urn:microsoft.com/office/officeart/2005/8/layout/vList3"/>
    <dgm:cxn modelId="{E6F61FEA-4E31-4A6D-A22A-17D2F372444B}" type="presParOf" srcId="{B1D46310-FF5D-4BB0-AA7F-7A51446AE997}" destId="{6CDFF755-47FF-49EE-8245-7174C0D2EF80}" srcOrd="0" destOrd="0" presId="urn:microsoft.com/office/officeart/2005/8/layout/vList3"/>
    <dgm:cxn modelId="{4CC75CDC-BCE3-48E9-B04C-8D8D167C033D}" type="presParOf" srcId="{6CDFF755-47FF-49EE-8245-7174C0D2EF80}" destId="{6B5D2EF9-41C9-4F4F-AC95-DA34DD2B48B2}" srcOrd="0" destOrd="0" presId="urn:microsoft.com/office/officeart/2005/8/layout/vList3"/>
    <dgm:cxn modelId="{E43623BA-0EC5-43AB-90F4-DF84D5354062}" type="presParOf" srcId="{6CDFF755-47FF-49EE-8245-7174C0D2EF80}" destId="{9060874A-6CD6-4984-B4DD-4C7F4FB11E7B}" srcOrd="1" destOrd="0" presId="urn:microsoft.com/office/officeart/2005/8/layout/vList3"/>
  </dgm:cxnLst>
  <dgm:bg/>
  <dgm:whole/>
</dgm:dataModel>
</file>

<file path=ppt/diagrams/data19.xml><?xml version="1.0" encoding="utf-8"?>
<dgm:dataModel xmlns:dgm="http://schemas.openxmlformats.org/drawingml/2006/diagram" xmlns:a="http://schemas.openxmlformats.org/drawingml/2006/main">
  <dgm:ptLst>
    <dgm:pt modelId="{E7F602AA-027C-4B5D-BBB5-00B477372E30}"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fr-FR"/>
        </a:p>
      </dgm:t>
    </dgm:pt>
    <dgm:pt modelId="{20CBCC3C-AD8F-483D-98A2-17EA3819B925}">
      <dgm:prSet/>
      <dgm:spPr/>
      <dgm:t>
        <a:bodyPr/>
        <a:lstStyle/>
        <a:p>
          <a:pPr rtl="0"/>
          <a:r>
            <a:rPr lang="en-GB" dirty="0" smtClean="0"/>
            <a:t>Although these challenges abound in </a:t>
          </a:r>
        </a:p>
        <a:p>
          <a:pPr rtl="0"/>
          <a:r>
            <a:rPr lang="en-GB" dirty="0" smtClean="0"/>
            <a:t>University Library, they are  surmountable.</a:t>
          </a:r>
          <a:endParaRPr lang="fr-FR" dirty="0"/>
        </a:p>
      </dgm:t>
    </dgm:pt>
    <dgm:pt modelId="{41991507-49A1-4A09-A33A-53A59FEDB9B3}" type="parTrans" cxnId="{0EDA2A60-3A2B-48DC-A2B3-D86F488EBCF4}">
      <dgm:prSet/>
      <dgm:spPr/>
      <dgm:t>
        <a:bodyPr/>
        <a:lstStyle/>
        <a:p>
          <a:endParaRPr lang="fr-FR"/>
        </a:p>
      </dgm:t>
    </dgm:pt>
    <dgm:pt modelId="{E0F250FB-9211-4AD4-869B-F2F407BECBED}" type="sibTrans" cxnId="{0EDA2A60-3A2B-48DC-A2B3-D86F488EBCF4}">
      <dgm:prSet/>
      <dgm:spPr/>
      <dgm:t>
        <a:bodyPr/>
        <a:lstStyle/>
        <a:p>
          <a:endParaRPr lang="fr-FR"/>
        </a:p>
      </dgm:t>
    </dgm:pt>
    <dgm:pt modelId="{D8E0CFFD-EE7A-4005-A8AF-66A61DDE602A}">
      <dgm:prSet/>
      <dgm:spPr>
        <a:blipFill rotWithShape="0">
          <a:blip xmlns:r="http://schemas.openxmlformats.org/officeDocument/2006/relationships" r:embed="rId1"/>
          <a:stretch>
            <a:fillRect/>
          </a:stretch>
        </a:blipFill>
      </dgm:spPr>
      <dgm:t>
        <a:bodyPr/>
        <a:lstStyle/>
        <a:p>
          <a:pPr rtl="0"/>
          <a:endParaRPr lang="fr-FR" dirty="0"/>
        </a:p>
      </dgm:t>
    </dgm:pt>
    <dgm:pt modelId="{C4B24A1C-D33B-431B-9C6D-B2AC9A41A601}" type="parTrans" cxnId="{D779A494-4B4B-49CD-937A-16198F874795}">
      <dgm:prSet/>
      <dgm:spPr/>
      <dgm:t>
        <a:bodyPr/>
        <a:lstStyle/>
        <a:p>
          <a:endParaRPr lang="fr-FR"/>
        </a:p>
      </dgm:t>
    </dgm:pt>
    <dgm:pt modelId="{12D2B3DB-646A-4B91-8E98-672866B3A2CB}" type="sibTrans" cxnId="{D779A494-4B4B-49CD-937A-16198F874795}">
      <dgm:prSet/>
      <dgm:spPr/>
      <dgm:t>
        <a:bodyPr/>
        <a:lstStyle/>
        <a:p>
          <a:endParaRPr lang="fr-FR"/>
        </a:p>
      </dgm:t>
    </dgm:pt>
    <dgm:pt modelId="{282B5271-490F-4F8A-8C16-1784E9B0521C}" type="pres">
      <dgm:prSet presAssocID="{E7F602AA-027C-4B5D-BBB5-00B477372E30}" presName="CompostProcess" presStyleCnt="0">
        <dgm:presLayoutVars>
          <dgm:dir/>
          <dgm:resizeHandles val="exact"/>
        </dgm:presLayoutVars>
      </dgm:prSet>
      <dgm:spPr/>
      <dgm:t>
        <a:bodyPr/>
        <a:lstStyle/>
        <a:p>
          <a:endParaRPr lang="en-GB"/>
        </a:p>
      </dgm:t>
    </dgm:pt>
    <dgm:pt modelId="{1365F60C-CD1C-4007-A954-7BB651B407CF}" type="pres">
      <dgm:prSet presAssocID="{E7F602AA-027C-4B5D-BBB5-00B477372E30}" presName="arrow" presStyleLbl="bgShp" presStyleIdx="0" presStyleCnt="1"/>
      <dgm:spPr/>
    </dgm:pt>
    <dgm:pt modelId="{5F4CE053-5CF5-4D9B-990A-5D9332BD0A7E}" type="pres">
      <dgm:prSet presAssocID="{E7F602AA-027C-4B5D-BBB5-00B477372E30}" presName="linearProcess" presStyleCnt="0"/>
      <dgm:spPr/>
    </dgm:pt>
    <dgm:pt modelId="{B497BAEF-D8B9-4AF7-B848-789EF81A9745}" type="pres">
      <dgm:prSet presAssocID="{20CBCC3C-AD8F-483D-98A2-17EA3819B925}" presName="textNode" presStyleLbl="node1" presStyleIdx="0" presStyleCnt="2" custScaleY="215978">
        <dgm:presLayoutVars>
          <dgm:bulletEnabled val="1"/>
        </dgm:presLayoutVars>
      </dgm:prSet>
      <dgm:spPr/>
      <dgm:t>
        <a:bodyPr/>
        <a:lstStyle/>
        <a:p>
          <a:endParaRPr lang="fr-FR"/>
        </a:p>
      </dgm:t>
    </dgm:pt>
    <dgm:pt modelId="{E5026591-831D-4E22-A1AC-1EF20CEB4679}" type="pres">
      <dgm:prSet presAssocID="{E0F250FB-9211-4AD4-869B-F2F407BECBED}" presName="sibTrans" presStyleCnt="0"/>
      <dgm:spPr/>
    </dgm:pt>
    <dgm:pt modelId="{17B0FE1D-6B67-47E6-B1B1-EAA3A0AB64D0}" type="pres">
      <dgm:prSet presAssocID="{D8E0CFFD-EE7A-4005-A8AF-66A61DDE602A}" presName="textNode" presStyleLbl="node1" presStyleIdx="1" presStyleCnt="2" custScaleX="83205" custScaleY="187602">
        <dgm:presLayoutVars>
          <dgm:bulletEnabled val="1"/>
        </dgm:presLayoutVars>
      </dgm:prSet>
      <dgm:spPr/>
      <dgm:t>
        <a:bodyPr/>
        <a:lstStyle/>
        <a:p>
          <a:endParaRPr lang="en-GB"/>
        </a:p>
      </dgm:t>
    </dgm:pt>
  </dgm:ptLst>
  <dgm:cxnLst>
    <dgm:cxn modelId="{49B5AC74-2E61-45DB-84A3-487BFE11EB92}" type="presOf" srcId="{20CBCC3C-AD8F-483D-98A2-17EA3819B925}" destId="{B497BAEF-D8B9-4AF7-B848-789EF81A9745}" srcOrd="0" destOrd="0" presId="urn:microsoft.com/office/officeart/2005/8/layout/hProcess9"/>
    <dgm:cxn modelId="{0EDA2A60-3A2B-48DC-A2B3-D86F488EBCF4}" srcId="{E7F602AA-027C-4B5D-BBB5-00B477372E30}" destId="{20CBCC3C-AD8F-483D-98A2-17EA3819B925}" srcOrd="0" destOrd="0" parTransId="{41991507-49A1-4A09-A33A-53A59FEDB9B3}" sibTransId="{E0F250FB-9211-4AD4-869B-F2F407BECBED}"/>
    <dgm:cxn modelId="{046CBA06-0EC7-4EAD-96AD-2D86AD4E1132}" type="presOf" srcId="{D8E0CFFD-EE7A-4005-A8AF-66A61DDE602A}" destId="{17B0FE1D-6B67-47E6-B1B1-EAA3A0AB64D0}" srcOrd="0" destOrd="0" presId="urn:microsoft.com/office/officeart/2005/8/layout/hProcess9"/>
    <dgm:cxn modelId="{D779A494-4B4B-49CD-937A-16198F874795}" srcId="{E7F602AA-027C-4B5D-BBB5-00B477372E30}" destId="{D8E0CFFD-EE7A-4005-A8AF-66A61DDE602A}" srcOrd="1" destOrd="0" parTransId="{C4B24A1C-D33B-431B-9C6D-B2AC9A41A601}" sibTransId="{12D2B3DB-646A-4B91-8E98-672866B3A2CB}"/>
    <dgm:cxn modelId="{F3848B69-D000-42C4-85F7-FA6EF58EF076}" type="presOf" srcId="{E7F602AA-027C-4B5D-BBB5-00B477372E30}" destId="{282B5271-490F-4F8A-8C16-1784E9B0521C}" srcOrd="0" destOrd="0" presId="urn:microsoft.com/office/officeart/2005/8/layout/hProcess9"/>
    <dgm:cxn modelId="{2818FB86-C331-4023-A3E3-A0F023163D8B}" type="presParOf" srcId="{282B5271-490F-4F8A-8C16-1784E9B0521C}" destId="{1365F60C-CD1C-4007-A954-7BB651B407CF}" srcOrd="0" destOrd="0" presId="urn:microsoft.com/office/officeart/2005/8/layout/hProcess9"/>
    <dgm:cxn modelId="{D36D9C74-B108-45A4-8091-2EC58E3CFD53}" type="presParOf" srcId="{282B5271-490F-4F8A-8C16-1784E9B0521C}" destId="{5F4CE053-5CF5-4D9B-990A-5D9332BD0A7E}" srcOrd="1" destOrd="0" presId="urn:microsoft.com/office/officeart/2005/8/layout/hProcess9"/>
    <dgm:cxn modelId="{D8655F69-BFCA-4071-9A88-7E424EBB5466}" type="presParOf" srcId="{5F4CE053-5CF5-4D9B-990A-5D9332BD0A7E}" destId="{B497BAEF-D8B9-4AF7-B848-789EF81A9745}" srcOrd="0" destOrd="0" presId="urn:microsoft.com/office/officeart/2005/8/layout/hProcess9"/>
    <dgm:cxn modelId="{4D7068E7-AD56-4422-A9FC-01C099A7FF08}" type="presParOf" srcId="{5F4CE053-5CF5-4D9B-990A-5D9332BD0A7E}" destId="{E5026591-831D-4E22-A1AC-1EF20CEB4679}" srcOrd="1" destOrd="0" presId="urn:microsoft.com/office/officeart/2005/8/layout/hProcess9"/>
    <dgm:cxn modelId="{C34DCA77-2E22-4696-A887-EEBB5AF45F03}" type="presParOf" srcId="{5F4CE053-5CF5-4D9B-990A-5D9332BD0A7E}" destId="{17B0FE1D-6B67-47E6-B1B1-EAA3A0AB64D0}" srcOrd="2" destOrd="0" presId="urn:microsoft.com/office/officeart/2005/8/layout/hProcess9"/>
  </dgm:cxnLst>
  <dgm:bg/>
  <dgm:whole/>
</dgm:dataModel>
</file>

<file path=ppt/diagrams/data20.xml><?xml version="1.0" encoding="utf-8"?>
<dgm:dataModel xmlns:dgm="http://schemas.openxmlformats.org/drawingml/2006/diagram" xmlns:a="http://schemas.openxmlformats.org/drawingml/2006/main">
  <dgm:ptLst>
    <dgm:pt modelId="{C3881179-7784-4021-BD1B-29573EB20C05}" type="doc">
      <dgm:prSet loTypeId="urn:microsoft.com/office/officeart/2005/8/layout/target3" loCatId="relationship" qsTypeId="urn:microsoft.com/office/officeart/2005/8/quickstyle/simple1" qsCatId="simple" csTypeId="urn:microsoft.com/office/officeart/2005/8/colors/accent3_5" csCatId="accent3" phldr="1"/>
      <dgm:spPr/>
      <dgm:t>
        <a:bodyPr/>
        <a:lstStyle/>
        <a:p>
          <a:endParaRPr lang="fr-FR"/>
        </a:p>
      </dgm:t>
    </dgm:pt>
    <dgm:pt modelId="{4C74854E-696F-4C70-A5C1-C812F98B8843}">
      <dgm:prSet/>
      <dgm:spPr>
        <a:blipFill rotWithShape="0">
          <a:blip xmlns:r="http://schemas.openxmlformats.org/officeDocument/2006/relationships" r:embed="rId1"/>
          <a:stretch>
            <a:fillRect/>
          </a:stretch>
        </a:blipFill>
      </dgm:spPr>
      <dgm:t>
        <a:bodyPr/>
        <a:lstStyle/>
        <a:p>
          <a:pPr rtl="0"/>
          <a:endParaRPr lang="fr-FR" b="1" dirty="0"/>
        </a:p>
      </dgm:t>
    </dgm:pt>
    <dgm:pt modelId="{30C1D377-B141-4CE7-B307-6E2B587A369D}" type="parTrans" cxnId="{39D01937-1EBC-436C-AF91-5FDBA8F9A4C5}">
      <dgm:prSet/>
      <dgm:spPr/>
      <dgm:t>
        <a:bodyPr/>
        <a:lstStyle/>
        <a:p>
          <a:endParaRPr lang="fr-FR"/>
        </a:p>
      </dgm:t>
    </dgm:pt>
    <dgm:pt modelId="{B4DF272F-E5DB-4B73-9DA7-D0F4D486FF75}" type="sibTrans" cxnId="{39D01937-1EBC-436C-AF91-5FDBA8F9A4C5}">
      <dgm:prSet/>
      <dgm:spPr/>
      <dgm:t>
        <a:bodyPr/>
        <a:lstStyle/>
        <a:p>
          <a:endParaRPr lang="fr-FR"/>
        </a:p>
      </dgm:t>
    </dgm:pt>
    <dgm:pt modelId="{052E443C-69E6-4590-9839-D626F651FDB9}" type="pres">
      <dgm:prSet presAssocID="{C3881179-7784-4021-BD1B-29573EB20C05}" presName="Name0" presStyleCnt="0">
        <dgm:presLayoutVars>
          <dgm:chMax val="7"/>
          <dgm:dir/>
          <dgm:animLvl val="lvl"/>
          <dgm:resizeHandles val="exact"/>
        </dgm:presLayoutVars>
      </dgm:prSet>
      <dgm:spPr/>
      <dgm:t>
        <a:bodyPr/>
        <a:lstStyle/>
        <a:p>
          <a:endParaRPr lang="en-GB"/>
        </a:p>
      </dgm:t>
    </dgm:pt>
    <dgm:pt modelId="{762BF2D1-A1D5-4845-8E3C-09912610BFCB}" type="pres">
      <dgm:prSet presAssocID="{4C74854E-696F-4C70-A5C1-C812F98B8843}" presName="circle1" presStyleLbl="node1" presStyleIdx="0" presStyleCnt="1"/>
      <dgm:spPr/>
    </dgm:pt>
    <dgm:pt modelId="{F94AF49E-C59C-4A06-97AA-63EF3ADEDDA7}" type="pres">
      <dgm:prSet presAssocID="{4C74854E-696F-4C70-A5C1-C812F98B8843}" presName="space" presStyleCnt="0"/>
      <dgm:spPr/>
    </dgm:pt>
    <dgm:pt modelId="{A96708C3-12DF-45AA-8C61-D0901395FA4A}" type="pres">
      <dgm:prSet presAssocID="{4C74854E-696F-4C70-A5C1-C812F98B8843}" presName="rect1" presStyleLbl="alignAcc1" presStyleIdx="0" presStyleCnt="1"/>
      <dgm:spPr/>
      <dgm:t>
        <a:bodyPr/>
        <a:lstStyle/>
        <a:p>
          <a:endParaRPr lang="fr-FR"/>
        </a:p>
      </dgm:t>
    </dgm:pt>
    <dgm:pt modelId="{B2F0A792-C1A6-47D9-AE41-1354F5C2FD23}" type="pres">
      <dgm:prSet presAssocID="{4C74854E-696F-4C70-A5C1-C812F98B8843}" presName="rect1ParTxNoCh" presStyleLbl="alignAcc1" presStyleIdx="0" presStyleCnt="1">
        <dgm:presLayoutVars>
          <dgm:chMax val="1"/>
          <dgm:bulletEnabled val="1"/>
        </dgm:presLayoutVars>
      </dgm:prSet>
      <dgm:spPr/>
      <dgm:t>
        <a:bodyPr/>
        <a:lstStyle/>
        <a:p>
          <a:endParaRPr lang="fr-FR"/>
        </a:p>
      </dgm:t>
    </dgm:pt>
  </dgm:ptLst>
  <dgm:cxnLst>
    <dgm:cxn modelId="{508C5555-5683-4674-8D48-EA9C08E7B601}" type="presOf" srcId="{4C74854E-696F-4C70-A5C1-C812F98B8843}" destId="{A96708C3-12DF-45AA-8C61-D0901395FA4A}" srcOrd="0" destOrd="0" presId="urn:microsoft.com/office/officeart/2005/8/layout/target3"/>
    <dgm:cxn modelId="{6ECBE145-CCCE-4156-9D29-6C056582C025}" type="presOf" srcId="{4C74854E-696F-4C70-A5C1-C812F98B8843}" destId="{B2F0A792-C1A6-47D9-AE41-1354F5C2FD23}" srcOrd="1" destOrd="0" presId="urn:microsoft.com/office/officeart/2005/8/layout/target3"/>
    <dgm:cxn modelId="{29FC8A13-0A34-4F1D-AFFF-709F62B689D0}" type="presOf" srcId="{C3881179-7784-4021-BD1B-29573EB20C05}" destId="{052E443C-69E6-4590-9839-D626F651FDB9}" srcOrd="0" destOrd="0" presId="urn:microsoft.com/office/officeart/2005/8/layout/target3"/>
    <dgm:cxn modelId="{39D01937-1EBC-436C-AF91-5FDBA8F9A4C5}" srcId="{C3881179-7784-4021-BD1B-29573EB20C05}" destId="{4C74854E-696F-4C70-A5C1-C812F98B8843}" srcOrd="0" destOrd="0" parTransId="{30C1D377-B141-4CE7-B307-6E2B587A369D}" sibTransId="{B4DF272F-E5DB-4B73-9DA7-D0F4D486FF75}"/>
    <dgm:cxn modelId="{E7318231-570B-4ECC-811D-E1964B573D5E}" type="presParOf" srcId="{052E443C-69E6-4590-9839-D626F651FDB9}" destId="{762BF2D1-A1D5-4845-8E3C-09912610BFCB}" srcOrd="0" destOrd="0" presId="urn:microsoft.com/office/officeart/2005/8/layout/target3"/>
    <dgm:cxn modelId="{D0A54678-A22E-4318-A7FE-4DDBD01185AC}" type="presParOf" srcId="{052E443C-69E6-4590-9839-D626F651FDB9}" destId="{F94AF49E-C59C-4A06-97AA-63EF3ADEDDA7}" srcOrd="1" destOrd="0" presId="urn:microsoft.com/office/officeart/2005/8/layout/target3"/>
    <dgm:cxn modelId="{0F4624F6-4F1D-48C4-85BF-C523F2BA239A}" type="presParOf" srcId="{052E443C-69E6-4590-9839-D626F651FDB9}" destId="{A96708C3-12DF-45AA-8C61-D0901395FA4A}" srcOrd="2" destOrd="0" presId="urn:microsoft.com/office/officeart/2005/8/layout/target3"/>
    <dgm:cxn modelId="{D03A732A-E67E-42CA-AADC-9E307B9B866D}" type="presParOf" srcId="{052E443C-69E6-4590-9839-D626F651FDB9}" destId="{B2F0A792-C1A6-47D9-AE41-1354F5C2FD23}" srcOrd="3" destOrd="0" presId="urn:microsoft.com/office/officeart/2005/8/layout/target3"/>
  </dgm:cxnLst>
  <dgm:bg/>
  <dgm:whole/>
</dgm:dataModel>
</file>

<file path=ppt/diagrams/data21.xml><?xml version="1.0" encoding="utf-8"?>
<dgm:dataModel xmlns:dgm="http://schemas.openxmlformats.org/drawingml/2006/diagram" xmlns:a="http://schemas.openxmlformats.org/drawingml/2006/main">
  <dgm:ptLst>
    <dgm:pt modelId="{2EA50D54-FE0C-44C4-9E3D-43FF13BAE1B8}"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fr-FR"/>
        </a:p>
      </dgm:t>
    </dgm:pt>
    <dgm:pt modelId="{4B494220-FA9B-4C27-A2E8-32F9AD133F70}">
      <dgm:prSet/>
      <dgm:spPr>
        <a:blipFill rotWithShape="0">
          <a:blip xmlns:r="http://schemas.openxmlformats.org/officeDocument/2006/relationships" r:embed="rId1"/>
          <a:stretch>
            <a:fillRect/>
          </a:stretch>
        </a:blipFill>
        <a:ln>
          <a:solidFill>
            <a:schemeClr val="accent3"/>
          </a:solidFill>
        </a:ln>
      </dgm:spPr>
      <dgm:t>
        <a:bodyPr/>
        <a:lstStyle/>
        <a:p>
          <a:pPr rtl="0"/>
          <a:endParaRPr lang="fr-FR" b="1" u="none" dirty="0">
            <a:effectLst>
              <a:outerShdw blurRad="38100" dist="38100" dir="2700000" algn="tl">
                <a:srgbClr val="000000">
                  <a:alpha val="43137"/>
                </a:srgbClr>
              </a:outerShdw>
            </a:effectLst>
          </a:endParaRPr>
        </a:p>
      </dgm:t>
    </dgm:pt>
    <dgm:pt modelId="{1BEB915C-DAF2-4956-9BB6-D617BA486D80}" type="parTrans" cxnId="{CD27A625-303B-4497-A2CF-A06250515AD2}">
      <dgm:prSet/>
      <dgm:spPr/>
      <dgm:t>
        <a:bodyPr/>
        <a:lstStyle/>
        <a:p>
          <a:endParaRPr lang="fr-FR"/>
        </a:p>
      </dgm:t>
    </dgm:pt>
    <dgm:pt modelId="{6031EADC-866A-4723-BADC-1C8B7E2CCB11}" type="sibTrans" cxnId="{CD27A625-303B-4497-A2CF-A06250515AD2}">
      <dgm:prSet/>
      <dgm:spPr/>
      <dgm:t>
        <a:bodyPr/>
        <a:lstStyle/>
        <a:p>
          <a:endParaRPr lang="fr-FR"/>
        </a:p>
      </dgm:t>
    </dgm:pt>
    <dgm:pt modelId="{EA2271E8-7CCA-4FB4-B685-7556FB7BB68E}" type="pres">
      <dgm:prSet presAssocID="{2EA50D54-FE0C-44C4-9E3D-43FF13BAE1B8}" presName="Name0" presStyleCnt="0">
        <dgm:presLayoutVars>
          <dgm:chMax val="7"/>
          <dgm:dir/>
          <dgm:animLvl val="lvl"/>
          <dgm:resizeHandles val="exact"/>
        </dgm:presLayoutVars>
      </dgm:prSet>
      <dgm:spPr/>
      <dgm:t>
        <a:bodyPr/>
        <a:lstStyle/>
        <a:p>
          <a:endParaRPr lang="en-GB"/>
        </a:p>
      </dgm:t>
    </dgm:pt>
    <dgm:pt modelId="{5076872B-FB4A-4C9A-B9FA-C8FF69A1FDCD}" type="pres">
      <dgm:prSet presAssocID="{4B494220-FA9B-4C27-A2E8-32F9AD133F70}" presName="circle1" presStyleLbl="node1" presStyleIdx="0" presStyleCnt="1"/>
      <dgm:spPr>
        <a:solidFill>
          <a:schemeClr val="accent3"/>
        </a:solidFill>
        <a:ln>
          <a:solidFill>
            <a:schemeClr val="accent2"/>
          </a:solidFill>
        </a:ln>
      </dgm:spPr>
    </dgm:pt>
    <dgm:pt modelId="{63759791-D587-4B93-99CF-10FA923CD145}" type="pres">
      <dgm:prSet presAssocID="{4B494220-FA9B-4C27-A2E8-32F9AD133F70}" presName="space" presStyleCnt="0"/>
      <dgm:spPr/>
    </dgm:pt>
    <dgm:pt modelId="{A0B63D71-D9D1-4C6C-B2F0-3259A0734547}" type="pres">
      <dgm:prSet presAssocID="{4B494220-FA9B-4C27-A2E8-32F9AD133F70}" presName="rect1" presStyleLbl="alignAcc1" presStyleIdx="0" presStyleCnt="1"/>
      <dgm:spPr/>
      <dgm:t>
        <a:bodyPr/>
        <a:lstStyle/>
        <a:p>
          <a:endParaRPr lang="fr-FR"/>
        </a:p>
      </dgm:t>
    </dgm:pt>
    <dgm:pt modelId="{FFF4CFAE-2CF6-436E-83B7-5C84EA47471E}" type="pres">
      <dgm:prSet presAssocID="{4B494220-FA9B-4C27-A2E8-32F9AD133F70}" presName="rect1ParTxNoCh" presStyleLbl="alignAcc1" presStyleIdx="0" presStyleCnt="1">
        <dgm:presLayoutVars>
          <dgm:chMax val="1"/>
          <dgm:bulletEnabled val="1"/>
        </dgm:presLayoutVars>
      </dgm:prSet>
      <dgm:spPr/>
      <dgm:t>
        <a:bodyPr/>
        <a:lstStyle/>
        <a:p>
          <a:endParaRPr lang="fr-FR"/>
        </a:p>
      </dgm:t>
    </dgm:pt>
  </dgm:ptLst>
  <dgm:cxnLst>
    <dgm:cxn modelId="{CD27A625-303B-4497-A2CF-A06250515AD2}" srcId="{2EA50D54-FE0C-44C4-9E3D-43FF13BAE1B8}" destId="{4B494220-FA9B-4C27-A2E8-32F9AD133F70}" srcOrd="0" destOrd="0" parTransId="{1BEB915C-DAF2-4956-9BB6-D617BA486D80}" sibTransId="{6031EADC-866A-4723-BADC-1C8B7E2CCB11}"/>
    <dgm:cxn modelId="{EA991C34-90C9-48C4-ADEB-975939554763}" type="presOf" srcId="{2EA50D54-FE0C-44C4-9E3D-43FF13BAE1B8}" destId="{EA2271E8-7CCA-4FB4-B685-7556FB7BB68E}" srcOrd="0" destOrd="0" presId="urn:microsoft.com/office/officeart/2005/8/layout/target3"/>
    <dgm:cxn modelId="{357335DA-3909-42F8-A954-3F3365F40F6D}" type="presOf" srcId="{4B494220-FA9B-4C27-A2E8-32F9AD133F70}" destId="{FFF4CFAE-2CF6-436E-83B7-5C84EA47471E}" srcOrd="1" destOrd="0" presId="urn:microsoft.com/office/officeart/2005/8/layout/target3"/>
    <dgm:cxn modelId="{C3C9C5F0-F3BD-48BD-9E67-522E1D23168E}" type="presOf" srcId="{4B494220-FA9B-4C27-A2E8-32F9AD133F70}" destId="{A0B63D71-D9D1-4C6C-B2F0-3259A0734547}" srcOrd="0" destOrd="0" presId="urn:microsoft.com/office/officeart/2005/8/layout/target3"/>
    <dgm:cxn modelId="{AD1D7CCB-93C6-46D3-B469-EC5D2FE09001}" type="presParOf" srcId="{EA2271E8-7CCA-4FB4-B685-7556FB7BB68E}" destId="{5076872B-FB4A-4C9A-B9FA-C8FF69A1FDCD}" srcOrd="0" destOrd="0" presId="urn:microsoft.com/office/officeart/2005/8/layout/target3"/>
    <dgm:cxn modelId="{FBF29111-77E7-42AF-A553-448C3F661EAF}" type="presParOf" srcId="{EA2271E8-7CCA-4FB4-B685-7556FB7BB68E}" destId="{63759791-D587-4B93-99CF-10FA923CD145}" srcOrd="1" destOrd="0" presId="urn:microsoft.com/office/officeart/2005/8/layout/target3"/>
    <dgm:cxn modelId="{AE4561A3-4153-4BF6-9830-F8C3CDA72B3D}" type="presParOf" srcId="{EA2271E8-7CCA-4FB4-B685-7556FB7BB68E}" destId="{A0B63D71-D9D1-4C6C-B2F0-3259A0734547}" srcOrd="2" destOrd="0" presId="urn:microsoft.com/office/officeart/2005/8/layout/target3"/>
    <dgm:cxn modelId="{622F15B4-C3E6-40F3-BCBB-F56D0A6BFA4D}" type="presParOf" srcId="{EA2271E8-7CCA-4FB4-B685-7556FB7BB68E}" destId="{FFF4CFAE-2CF6-436E-83B7-5C84EA47471E}" srcOrd="3" destOrd="0" presId="urn:microsoft.com/office/officeart/2005/8/layout/target3"/>
  </dgm:cxnLst>
  <dgm:bg/>
  <dgm:whole/>
</dgm:dataModel>
</file>

<file path=ppt/diagrams/data22.xml><?xml version="1.0" encoding="utf-8"?>
<dgm:dataModel xmlns:dgm="http://schemas.openxmlformats.org/drawingml/2006/diagram" xmlns:a="http://schemas.openxmlformats.org/drawingml/2006/main">
  <dgm:ptLst>
    <dgm:pt modelId="{E123E7FE-2BDA-449A-BFC5-A5C22C6DC85E}" type="doc">
      <dgm:prSet loTypeId="urn:microsoft.com/office/officeart/2005/8/layout/target3" loCatId="relationship" qsTypeId="urn:microsoft.com/office/officeart/2005/8/quickstyle/simple1" qsCatId="simple" csTypeId="urn:microsoft.com/office/officeart/2005/8/colors/accent2_5" csCatId="accent2" phldr="1"/>
      <dgm:spPr/>
      <dgm:t>
        <a:bodyPr/>
        <a:lstStyle/>
        <a:p>
          <a:endParaRPr lang="fr-FR"/>
        </a:p>
      </dgm:t>
    </dgm:pt>
    <dgm:pt modelId="{0EE97748-2D64-4FB4-BE51-4188C0E59AF3}">
      <dgm:prSet/>
      <dgm:spPr>
        <a:blipFill rotWithShape="0">
          <a:blip xmlns:r="http://schemas.openxmlformats.org/officeDocument/2006/relationships" r:embed="rId1"/>
          <a:stretch>
            <a:fillRect/>
          </a:stretch>
        </a:blipFill>
      </dgm:spPr>
      <dgm:t>
        <a:bodyPr/>
        <a:lstStyle/>
        <a:p>
          <a:pPr rtl="0"/>
          <a:endParaRPr lang="fr-FR" b="1" dirty="0"/>
        </a:p>
      </dgm:t>
    </dgm:pt>
    <dgm:pt modelId="{CC651508-B56D-4805-9272-3C37A4F25B33}" type="parTrans" cxnId="{E817F328-923C-4D49-9FB1-9DB54F067E7F}">
      <dgm:prSet/>
      <dgm:spPr/>
      <dgm:t>
        <a:bodyPr/>
        <a:lstStyle/>
        <a:p>
          <a:endParaRPr lang="fr-FR"/>
        </a:p>
      </dgm:t>
    </dgm:pt>
    <dgm:pt modelId="{21CCA737-2003-4159-A01E-C9A4995F4B72}" type="sibTrans" cxnId="{E817F328-923C-4D49-9FB1-9DB54F067E7F}">
      <dgm:prSet/>
      <dgm:spPr/>
      <dgm:t>
        <a:bodyPr/>
        <a:lstStyle/>
        <a:p>
          <a:endParaRPr lang="fr-FR"/>
        </a:p>
      </dgm:t>
    </dgm:pt>
    <dgm:pt modelId="{69DD8855-6B4B-4DD2-AA92-CE9F666063D6}" type="pres">
      <dgm:prSet presAssocID="{E123E7FE-2BDA-449A-BFC5-A5C22C6DC85E}" presName="Name0" presStyleCnt="0">
        <dgm:presLayoutVars>
          <dgm:chMax val="7"/>
          <dgm:dir/>
          <dgm:animLvl val="lvl"/>
          <dgm:resizeHandles val="exact"/>
        </dgm:presLayoutVars>
      </dgm:prSet>
      <dgm:spPr/>
      <dgm:t>
        <a:bodyPr/>
        <a:lstStyle/>
        <a:p>
          <a:endParaRPr lang="en-GB"/>
        </a:p>
      </dgm:t>
    </dgm:pt>
    <dgm:pt modelId="{FF418F17-3EA0-4AEA-871B-D98396F17CFD}" type="pres">
      <dgm:prSet presAssocID="{0EE97748-2D64-4FB4-BE51-4188C0E59AF3}" presName="circle1" presStyleLbl="node1" presStyleIdx="0" presStyleCnt="1"/>
      <dgm:spPr/>
    </dgm:pt>
    <dgm:pt modelId="{4FE02619-2044-42D9-A531-D440B7F0E812}" type="pres">
      <dgm:prSet presAssocID="{0EE97748-2D64-4FB4-BE51-4188C0E59AF3}" presName="space" presStyleCnt="0"/>
      <dgm:spPr/>
    </dgm:pt>
    <dgm:pt modelId="{80317FA6-90AE-4BC2-8047-1CFB371924CF}" type="pres">
      <dgm:prSet presAssocID="{0EE97748-2D64-4FB4-BE51-4188C0E59AF3}" presName="rect1" presStyleLbl="alignAcc1" presStyleIdx="0" presStyleCnt="1"/>
      <dgm:spPr/>
      <dgm:t>
        <a:bodyPr/>
        <a:lstStyle/>
        <a:p>
          <a:endParaRPr lang="fr-FR"/>
        </a:p>
      </dgm:t>
    </dgm:pt>
    <dgm:pt modelId="{D81D94BD-C7AB-4E2C-906D-5B2066E46EFB}" type="pres">
      <dgm:prSet presAssocID="{0EE97748-2D64-4FB4-BE51-4188C0E59AF3}" presName="rect1ParTxNoCh" presStyleLbl="alignAcc1" presStyleIdx="0" presStyleCnt="1">
        <dgm:presLayoutVars>
          <dgm:chMax val="1"/>
          <dgm:bulletEnabled val="1"/>
        </dgm:presLayoutVars>
      </dgm:prSet>
      <dgm:spPr/>
      <dgm:t>
        <a:bodyPr/>
        <a:lstStyle/>
        <a:p>
          <a:endParaRPr lang="fr-FR"/>
        </a:p>
      </dgm:t>
    </dgm:pt>
  </dgm:ptLst>
  <dgm:cxnLst>
    <dgm:cxn modelId="{E817F328-923C-4D49-9FB1-9DB54F067E7F}" srcId="{E123E7FE-2BDA-449A-BFC5-A5C22C6DC85E}" destId="{0EE97748-2D64-4FB4-BE51-4188C0E59AF3}" srcOrd="0" destOrd="0" parTransId="{CC651508-B56D-4805-9272-3C37A4F25B33}" sibTransId="{21CCA737-2003-4159-A01E-C9A4995F4B72}"/>
    <dgm:cxn modelId="{55F7EB12-C295-473B-8DBF-44984C48F125}" type="presOf" srcId="{0EE97748-2D64-4FB4-BE51-4188C0E59AF3}" destId="{80317FA6-90AE-4BC2-8047-1CFB371924CF}" srcOrd="0" destOrd="0" presId="urn:microsoft.com/office/officeart/2005/8/layout/target3"/>
    <dgm:cxn modelId="{4D00F823-6BE2-4EFC-849A-22D6616442FD}" type="presOf" srcId="{0EE97748-2D64-4FB4-BE51-4188C0E59AF3}" destId="{D81D94BD-C7AB-4E2C-906D-5B2066E46EFB}" srcOrd="1" destOrd="0" presId="urn:microsoft.com/office/officeart/2005/8/layout/target3"/>
    <dgm:cxn modelId="{3A832CED-38B2-4DDF-B207-4668C860FD4D}" type="presOf" srcId="{E123E7FE-2BDA-449A-BFC5-A5C22C6DC85E}" destId="{69DD8855-6B4B-4DD2-AA92-CE9F666063D6}" srcOrd="0" destOrd="0" presId="urn:microsoft.com/office/officeart/2005/8/layout/target3"/>
    <dgm:cxn modelId="{8D86467D-D180-436E-A5EB-108A326D1513}" type="presParOf" srcId="{69DD8855-6B4B-4DD2-AA92-CE9F666063D6}" destId="{FF418F17-3EA0-4AEA-871B-D98396F17CFD}" srcOrd="0" destOrd="0" presId="urn:microsoft.com/office/officeart/2005/8/layout/target3"/>
    <dgm:cxn modelId="{0118BE72-B9FB-4BA6-9EC5-4D4C41DF0FE1}" type="presParOf" srcId="{69DD8855-6B4B-4DD2-AA92-CE9F666063D6}" destId="{4FE02619-2044-42D9-A531-D440B7F0E812}" srcOrd="1" destOrd="0" presId="urn:microsoft.com/office/officeart/2005/8/layout/target3"/>
    <dgm:cxn modelId="{733C8F39-2327-42C7-AFCD-78E1789A26B0}" type="presParOf" srcId="{69DD8855-6B4B-4DD2-AA92-CE9F666063D6}" destId="{80317FA6-90AE-4BC2-8047-1CFB371924CF}" srcOrd="2" destOrd="0" presId="urn:microsoft.com/office/officeart/2005/8/layout/target3"/>
    <dgm:cxn modelId="{EBD11B0B-2B44-456D-BA87-FAE8AB53487F}" type="presParOf" srcId="{69DD8855-6B4B-4DD2-AA92-CE9F666063D6}" destId="{D81D94BD-C7AB-4E2C-906D-5B2066E46EFB}" srcOrd="3" destOrd="0" presId="urn:microsoft.com/office/officeart/2005/8/layout/target3"/>
  </dgm:cxnLst>
  <dgm:bg/>
  <dgm:whole/>
</dgm:dataModel>
</file>

<file path=ppt/diagrams/data23.xml><?xml version="1.0" encoding="utf-8"?>
<dgm:dataModel xmlns:dgm="http://schemas.openxmlformats.org/drawingml/2006/diagram" xmlns:a="http://schemas.openxmlformats.org/drawingml/2006/main">
  <dgm:ptLst>
    <dgm:pt modelId="{D957AB30-4ED4-4959-B08A-CA5747A4E86F}" type="doc">
      <dgm:prSet loTypeId="urn:microsoft.com/office/officeart/2005/8/layout/target3" loCatId="relationship" qsTypeId="urn:microsoft.com/office/officeart/2005/8/quickstyle/simple1" qsCatId="simple" csTypeId="urn:microsoft.com/office/officeart/2005/8/colors/accent2_5" csCatId="accent2" phldr="1"/>
      <dgm:spPr/>
      <dgm:t>
        <a:bodyPr/>
        <a:lstStyle/>
        <a:p>
          <a:endParaRPr lang="fr-FR"/>
        </a:p>
      </dgm:t>
    </dgm:pt>
    <dgm:pt modelId="{30B5B8BE-75B3-4685-BD7E-CD068DF5CFAB}">
      <dgm:prSet/>
      <dgm:spPr>
        <a:blipFill rotWithShape="0">
          <a:blip xmlns:r="http://schemas.openxmlformats.org/officeDocument/2006/relationships" r:embed="rId1"/>
          <a:stretch>
            <a:fillRect/>
          </a:stretch>
        </a:blipFill>
      </dgm:spPr>
      <dgm:t>
        <a:bodyPr/>
        <a:lstStyle/>
        <a:p>
          <a:pPr rtl="0"/>
          <a:endParaRPr lang="fr-FR" b="1" dirty="0"/>
        </a:p>
      </dgm:t>
    </dgm:pt>
    <dgm:pt modelId="{AF258336-861C-4A2E-BB10-D3EE9BFCF8E5}" type="parTrans" cxnId="{74892DD6-DB50-4D98-AB6F-64BA75BFA52E}">
      <dgm:prSet/>
      <dgm:spPr/>
      <dgm:t>
        <a:bodyPr/>
        <a:lstStyle/>
        <a:p>
          <a:endParaRPr lang="fr-FR"/>
        </a:p>
      </dgm:t>
    </dgm:pt>
    <dgm:pt modelId="{985C1256-F2B4-4AA1-8B2D-624B1D4F45A0}" type="sibTrans" cxnId="{74892DD6-DB50-4D98-AB6F-64BA75BFA52E}">
      <dgm:prSet/>
      <dgm:spPr/>
      <dgm:t>
        <a:bodyPr/>
        <a:lstStyle/>
        <a:p>
          <a:endParaRPr lang="fr-FR"/>
        </a:p>
      </dgm:t>
    </dgm:pt>
    <dgm:pt modelId="{6D810872-61FD-4044-8951-54E6D4A83826}" type="pres">
      <dgm:prSet presAssocID="{D957AB30-4ED4-4959-B08A-CA5747A4E86F}" presName="Name0" presStyleCnt="0">
        <dgm:presLayoutVars>
          <dgm:chMax val="7"/>
          <dgm:dir/>
          <dgm:animLvl val="lvl"/>
          <dgm:resizeHandles val="exact"/>
        </dgm:presLayoutVars>
      </dgm:prSet>
      <dgm:spPr/>
      <dgm:t>
        <a:bodyPr/>
        <a:lstStyle/>
        <a:p>
          <a:endParaRPr lang="en-GB"/>
        </a:p>
      </dgm:t>
    </dgm:pt>
    <dgm:pt modelId="{D9B88364-8390-4310-BD3C-E493EA54F053}" type="pres">
      <dgm:prSet presAssocID="{30B5B8BE-75B3-4685-BD7E-CD068DF5CFAB}" presName="circle1" presStyleLbl="node1" presStyleIdx="0" presStyleCnt="1"/>
      <dgm:spPr/>
    </dgm:pt>
    <dgm:pt modelId="{94F9233D-12C4-4083-BC63-3A229C389B55}" type="pres">
      <dgm:prSet presAssocID="{30B5B8BE-75B3-4685-BD7E-CD068DF5CFAB}" presName="space" presStyleCnt="0"/>
      <dgm:spPr/>
    </dgm:pt>
    <dgm:pt modelId="{A9B319F6-99CD-46BC-8E41-0A461CF76A3D}" type="pres">
      <dgm:prSet presAssocID="{30B5B8BE-75B3-4685-BD7E-CD068DF5CFAB}" presName="rect1" presStyleLbl="alignAcc1" presStyleIdx="0" presStyleCnt="1"/>
      <dgm:spPr/>
      <dgm:t>
        <a:bodyPr/>
        <a:lstStyle/>
        <a:p>
          <a:endParaRPr lang="fr-FR"/>
        </a:p>
      </dgm:t>
    </dgm:pt>
    <dgm:pt modelId="{45415B31-2E2F-4D66-A961-303CE6BAC65E}" type="pres">
      <dgm:prSet presAssocID="{30B5B8BE-75B3-4685-BD7E-CD068DF5CFAB}" presName="rect1ParTxNoCh" presStyleLbl="alignAcc1" presStyleIdx="0" presStyleCnt="1">
        <dgm:presLayoutVars>
          <dgm:chMax val="1"/>
          <dgm:bulletEnabled val="1"/>
        </dgm:presLayoutVars>
      </dgm:prSet>
      <dgm:spPr/>
      <dgm:t>
        <a:bodyPr/>
        <a:lstStyle/>
        <a:p>
          <a:endParaRPr lang="fr-FR"/>
        </a:p>
      </dgm:t>
    </dgm:pt>
  </dgm:ptLst>
  <dgm:cxnLst>
    <dgm:cxn modelId="{4100EFE8-0955-4DC4-A70C-A6E69668005E}" type="presOf" srcId="{30B5B8BE-75B3-4685-BD7E-CD068DF5CFAB}" destId="{45415B31-2E2F-4D66-A961-303CE6BAC65E}" srcOrd="1" destOrd="0" presId="urn:microsoft.com/office/officeart/2005/8/layout/target3"/>
    <dgm:cxn modelId="{74892DD6-DB50-4D98-AB6F-64BA75BFA52E}" srcId="{D957AB30-4ED4-4959-B08A-CA5747A4E86F}" destId="{30B5B8BE-75B3-4685-BD7E-CD068DF5CFAB}" srcOrd="0" destOrd="0" parTransId="{AF258336-861C-4A2E-BB10-D3EE9BFCF8E5}" sibTransId="{985C1256-F2B4-4AA1-8B2D-624B1D4F45A0}"/>
    <dgm:cxn modelId="{04CF7B2D-DE84-4325-9C60-0DE39C107E17}" type="presOf" srcId="{D957AB30-4ED4-4959-B08A-CA5747A4E86F}" destId="{6D810872-61FD-4044-8951-54E6D4A83826}" srcOrd="0" destOrd="0" presId="urn:microsoft.com/office/officeart/2005/8/layout/target3"/>
    <dgm:cxn modelId="{DC80FFDA-9167-475C-B4F6-971919127C96}" type="presOf" srcId="{30B5B8BE-75B3-4685-BD7E-CD068DF5CFAB}" destId="{A9B319F6-99CD-46BC-8E41-0A461CF76A3D}" srcOrd="0" destOrd="0" presId="urn:microsoft.com/office/officeart/2005/8/layout/target3"/>
    <dgm:cxn modelId="{E32546E4-6971-48F8-B5D8-3443BFE02BDC}" type="presParOf" srcId="{6D810872-61FD-4044-8951-54E6D4A83826}" destId="{D9B88364-8390-4310-BD3C-E493EA54F053}" srcOrd="0" destOrd="0" presId="urn:microsoft.com/office/officeart/2005/8/layout/target3"/>
    <dgm:cxn modelId="{A4C8E09B-FDE6-4B75-AA78-14E4BC05DB37}" type="presParOf" srcId="{6D810872-61FD-4044-8951-54E6D4A83826}" destId="{94F9233D-12C4-4083-BC63-3A229C389B55}" srcOrd="1" destOrd="0" presId="urn:microsoft.com/office/officeart/2005/8/layout/target3"/>
    <dgm:cxn modelId="{AD9CB34E-4276-4F53-B859-4621164C4AD4}" type="presParOf" srcId="{6D810872-61FD-4044-8951-54E6D4A83826}" destId="{A9B319F6-99CD-46BC-8E41-0A461CF76A3D}" srcOrd="2" destOrd="0" presId="urn:microsoft.com/office/officeart/2005/8/layout/target3"/>
    <dgm:cxn modelId="{970E40AB-8BCC-4943-83B2-81FA6ECBA562}" type="presParOf" srcId="{6D810872-61FD-4044-8951-54E6D4A83826}" destId="{45415B31-2E2F-4D66-A961-303CE6BAC65E}" srcOrd="3" destOrd="0" presId="urn:microsoft.com/office/officeart/2005/8/layout/target3"/>
  </dgm:cxnLst>
  <dgm:bg/>
  <dgm:whole/>
</dgm:dataModel>
</file>

<file path=ppt/diagrams/data24.xml><?xml version="1.0" encoding="utf-8"?>
<dgm:dataModel xmlns:dgm="http://schemas.openxmlformats.org/drawingml/2006/diagram" xmlns:a="http://schemas.openxmlformats.org/drawingml/2006/main">
  <dgm:ptLst>
    <dgm:pt modelId="{97A7B57F-5866-43D5-BD31-D549AE7913E9}" type="doc">
      <dgm:prSet loTypeId="urn:microsoft.com/office/officeart/2005/8/layout/target3" loCatId="relationship" qsTypeId="urn:microsoft.com/office/officeart/2005/8/quickstyle/simple1" qsCatId="simple" csTypeId="urn:microsoft.com/office/officeart/2005/8/colors/accent2_5" csCatId="accent2" phldr="1"/>
      <dgm:spPr/>
      <dgm:t>
        <a:bodyPr/>
        <a:lstStyle/>
        <a:p>
          <a:endParaRPr lang="fr-FR"/>
        </a:p>
      </dgm:t>
    </dgm:pt>
    <dgm:pt modelId="{DBA06BE1-68CF-4064-BA69-C214A49236CC}">
      <dgm:prSet/>
      <dgm:spPr>
        <a:blipFill rotWithShape="0">
          <a:blip xmlns:r="http://schemas.openxmlformats.org/officeDocument/2006/relationships" r:embed="rId1"/>
          <a:stretch>
            <a:fillRect/>
          </a:stretch>
        </a:blipFill>
      </dgm:spPr>
      <dgm:t>
        <a:bodyPr/>
        <a:lstStyle/>
        <a:p>
          <a:pPr rtl="0"/>
          <a:endParaRPr lang="fr-FR" b="1" dirty="0"/>
        </a:p>
      </dgm:t>
    </dgm:pt>
    <dgm:pt modelId="{D6C56F21-F3CA-43D5-B786-70614973FF86}" type="parTrans" cxnId="{7BD7E3A5-4AE1-448A-A0D6-1DE370CF1451}">
      <dgm:prSet/>
      <dgm:spPr/>
      <dgm:t>
        <a:bodyPr/>
        <a:lstStyle/>
        <a:p>
          <a:endParaRPr lang="fr-FR"/>
        </a:p>
      </dgm:t>
    </dgm:pt>
    <dgm:pt modelId="{F85ECA11-C3FF-46DB-8BB6-BEAE2B48DE93}" type="sibTrans" cxnId="{7BD7E3A5-4AE1-448A-A0D6-1DE370CF1451}">
      <dgm:prSet/>
      <dgm:spPr/>
      <dgm:t>
        <a:bodyPr/>
        <a:lstStyle/>
        <a:p>
          <a:endParaRPr lang="fr-FR"/>
        </a:p>
      </dgm:t>
    </dgm:pt>
    <dgm:pt modelId="{A256DF7B-B4A4-42BD-A4F7-850536BC5D9E}" type="pres">
      <dgm:prSet presAssocID="{97A7B57F-5866-43D5-BD31-D549AE7913E9}" presName="Name0" presStyleCnt="0">
        <dgm:presLayoutVars>
          <dgm:chMax val="7"/>
          <dgm:dir/>
          <dgm:animLvl val="lvl"/>
          <dgm:resizeHandles val="exact"/>
        </dgm:presLayoutVars>
      </dgm:prSet>
      <dgm:spPr/>
      <dgm:t>
        <a:bodyPr/>
        <a:lstStyle/>
        <a:p>
          <a:endParaRPr lang="en-GB"/>
        </a:p>
      </dgm:t>
    </dgm:pt>
    <dgm:pt modelId="{27866BA1-4248-4E6C-B524-C3753249C15C}" type="pres">
      <dgm:prSet presAssocID="{DBA06BE1-68CF-4064-BA69-C214A49236CC}" presName="circle1" presStyleLbl="node1" presStyleIdx="0" presStyleCnt="1"/>
      <dgm:spPr/>
    </dgm:pt>
    <dgm:pt modelId="{6C8BB75C-BE91-48C7-BB50-CCCCC0D2B78D}" type="pres">
      <dgm:prSet presAssocID="{DBA06BE1-68CF-4064-BA69-C214A49236CC}" presName="space" presStyleCnt="0"/>
      <dgm:spPr/>
    </dgm:pt>
    <dgm:pt modelId="{359B415C-0F8B-435A-832F-3D56313F0BC0}" type="pres">
      <dgm:prSet presAssocID="{DBA06BE1-68CF-4064-BA69-C214A49236CC}" presName="rect1" presStyleLbl="alignAcc1" presStyleIdx="0" presStyleCnt="1"/>
      <dgm:spPr/>
      <dgm:t>
        <a:bodyPr/>
        <a:lstStyle/>
        <a:p>
          <a:endParaRPr lang="fr-FR"/>
        </a:p>
      </dgm:t>
    </dgm:pt>
    <dgm:pt modelId="{33872653-7E0C-4A5D-BB3B-9375609D1F7E}" type="pres">
      <dgm:prSet presAssocID="{DBA06BE1-68CF-4064-BA69-C214A49236CC}" presName="rect1ParTxNoCh" presStyleLbl="alignAcc1" presStyleIdx="0" presStyleCnt="1">
        <dgm:presLayoutVars>
          <dgm:chMax val="1"/>
          <dgm:bulletEnabled val="1"/>
        </dgm:presLayoutVars>
      </dgm:prSet>
      <dgm:spPr/>
      <dgm:t>
        <a:bodyPr/>
        <a:lstStyle/>
        <a:p>
          <a:endParaRPr lang="fr-FR"/>
        </a:p>
      </dgm:t>
    </dgm:pt>
  </dgm:ptLst>
  <dgm:cxnLst>
    <dgm:cxn modelId="{67CFDD4C-B12A-4D1E-8A1E-6145FB2F48C5}" type="presOf" srcId="{DBA06BE1-68CF-4064-BA69-C214A49236CC}" destId="{33872653-7E0C-4A5D-BB3B-9375609D1F7E}" srcOrd="1" destOrd="0" presId="urn:microsoft.com/office/officeart/2005/8/layout/target3"/>
    <dgm:cxn modelId="{7BD7E3A5-4AE1-448A-A0D6-1DE370CF1451}" srcId="{97A7B57F-5866-43D5-BD31-D549AE7913E9}" destId="{DBA06BE1-68CF-4064-BA69-C214A49236CC}" srcOrd="0" destOrd="0" parTransId="{D6C56F21-F3CA-43D5-B786-70614973FF86}" sibTransId="{F85ECA11-C3FF-46DB-8BB6-BEAE2B48DE93}"/>
    <dgm:cxn modelId="{9FC1E92D-DAE1-48D3-B109-129A77E8F6F2}" type="presOf" srcId="{DBA06BE1-68CF-4064-BA69-C214A49236CC}" destId="{359B415C-0F8B-435A-832F-3D56313F0BC0}" srcOrd="0" destOrd="0" presId="urn:microsoft.com/office/officeart/2005/8/layout/target3"/>
    <dgm:cxn modelId="{3E06B546-E205-4B80-A262-9AF5AF05D19D}" type="presOf" srcId="{97A7B57F-5866-43D5-BD31-D549AE7913E9}" destId="{A256DF7B-B4A4-42BD-A4F7-850536BC5D9E}" srcOrd="0" destOrd="0" presId="urn:microsoft.com/office/officeart/2005/8/layout/target3"/>
    <dgm:cxn modelId="{CF3E8634-4F1C-497C-9F6C-FC434B86AE72}" type="presParOf" srcId="{A256DF7B-B4A4-42BD-A4F7-850536BC5D9E}" destId="{27866BA1-4248-4E6C-B524-C3753249C15C}" srcOrd="0" destOrd="0" presId="urn:microsoft.com/office/officeart/2005/8/layout/target3"/>
    <dgm:cxn modelId="{1063F3A7-D4D8-49D0-BF96-ACF306B35FD0}" type="presParOf" srcId="{A256DF7B-B4A4-42BD-A4F7-850536BC5D9E}" destId="{6C8BB75C-BE91-48C7-BB50-CCCCC0D2B78D}" srcOrd="1" destOrd="0" presId="urn:microsoft.com/office/officeart/2005/8/layout/target3"/>
    <dgm:cxn modelId="{2569BC53-55A6-484B-AAD4-6783F07EB0DC}" type="presParOf" srcId="{A256DF7B-B4A4-42BD-A4F7-850536BC5D9E}" destId="{359B415C-0F8B-435A-832F-3D56313F0BC0}" srcOrd="2" destOrd="0" presId="urn:microsoft.com/office/officeart/2005/8/layout/target3"/>
    <dgm:cxn modelId="{CB44046B-0ADD-43EC-860A-71063AC059BE}" type="presParOf" srcId="{A256DF7B-B4A4-42BD-A4F7-850536BC5D9E}" destId="{33872653-7E0C-4A5D-BB3B-9375609D1F7E}" srcOrd="3" destOrd="0" presId="urn:microsoft.com/office/officeart/2005/8/layout/target3"/>
  </dgm:cxnLst>
  <dgm:bg/>
  <dgm:whole/>
</dgm:dataModel>
</file>

<file path=ppt/diagrams/data25.xml><?xml version="1.0" encoding="utf-8"?>
<dgm:dataModel xmlns:dgm="http://schemas.openxmlformats.org/drawingml/2006/diagram" xmlns:a="http://schemas.openxmlformats.org/drawingml/2006/main">
  <dgm:ptLst>
    <dgm:pt modelId="{5BAAE045-3439-4EDD-A723-00B636012251}" type="doc">
      <dgm:prSet loTypeId="urn:microsoft.com/office/officeart/2005/8/layout/target3" loCatId="relationship" qsTypeId="urn:microsoft.com/office/officeart/2005/8/quickstyle/simple1" qsCatId="simple" csTypeId="urn:microsoft.com/office/officeart/2005/8/colors/accent2_5" csCatId="accent2" phldr="1"/>
      <dgm:spPr/>
      <dgm:t>
        <a:bodyPr/>
        <a:lstStyle/>
        <a:p>
          <a:endParaRPr lang="fr-FR"/>
        </a:p>
      </dgm:t>
    </dgm:pt>
    <dgm:pt modelId="{4838BFAF-BA10-48A9-91DE-3DE4E83E4C3C}">
      <dgm:prSet/>
      <dgm:spPr/>
      <dgm:t>
        <a:bodyPr/>
        <a:lstStyle/>
        <a:p>
          <a:pPr rtl="0"/>
          <a:r>
            <a:rPr lang="en-GB"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E-Library</a:t>
          </a:r>
          <a:endParaRPr lang="fr-FR" b="1" dirty="0"/>
        </a:p>
      </dgm:t>
    </dgm:pt>
    <dgm:pt modelId="{DA57A220-F05B-41D9-81D7-DE720F6F3E65}" type="parTrans" cxnId="{5BDCAD05-9C02-4982-890B-A4217E70959A}">
      <dgm:prSet/>
      <dgm:spPr/>
      <dgm:t>
        <a:bodyPr/>
        <a:lstStyle/>
        <a:p>
          <a:endParaRPr lang="fr-FR"/>
        </a:p>
      </dgm:t>
    </dgm:pt>
    <dgm:pt modelId="{34A330D3-643E-40A0-9689-C93DE5AF008F}" type="sibTrans" cxnId="{5BDCAD05-9C02-4982-890B-A4217E70959A}">
      <dgm:prSet/>
      <dgm:spPr/>
      <dgm:t>
        <a:bodyPr/>
        <a:lstStyle/>
        <a:p>
          <a:endParaRPr lang="fr-FR"/>
        </a:p>
      </dgm:t>
    </dgm:pt>
    <dgm:pt modelId="{6DE97671-8715-4B22-84C4-C23F1FD5268D}" type="pres">
      <dgm:prSet presAssocID="{5BAAE045-3439-4EDD-A723-00B636012251}" presName="Name0" presStyleCnt="0">
        <dgm:presLayoutVars>
          <dgm:chMax val="7"/>
          <dgm:dir/>
          <dgm:animLvl val="lvl"/>
          <dgm:resizeHandles val="exact"/>
        </dgm:presLayoutVars>
      </dgm:prSet>
      <dgm:spPr/>
      <dgm:t>
        <a:bodyPr/>
        <a:lstStyle/>
        <a:p>
          <a:endParaRPr lang="en-GB"/>
        </a:p>
      </dgm:t>
    </dgm:pt>
    <dgm:pt modelId="{64E384B6-E3BB-48CE-96BC-38CAC0C520C9}" type="pres">
      <dgm:prSet presAssocID="{4838BFAF-BA10-48A9-91DE-3DE4E83E4C3C}" presName="circle1" presStyleLbl="node1" presStyleIdx="0" presStyleCnt="1"/>
      <dgm:spPr/>
    </dgm:pt>
    <dgm:pt modelId="{D8B3E04C-0DE1-4360-AAC1-AB02BADCD695}" type="pres">
      <dgm:prSet presAssocID="{4838BFAF-BA10-48A9-91DE-3DE4E83E4C3C}" presName="space" presStyleCnt="0"/>
      <dgm:spPr/>
    </dgm:pt>
    <dgm:pt modelId="{5FD6E6DB-3602-4729-909E-63B803254784}" type="pres">
      <dgm:prSet presAssocID="{4838BFAF-BA10-48A9-91DE-3DE4E83E4C3C}" presName="rect1" presStyleLbl="alignAcc1" presStyleIdx="0" presStyleCnt="1"/>
      <dgm:spPr/>
      <dgm:t>
        <a:bodyPr/>
        <a:lstStyle/>
        <a:p>
          <a:endParaRPr lang="fr-FR"/>
        </a:p>
      </dgm:t>
    </dgm:pt>
    <dgm:pt modelId="{0A159761-AD19-40C0-B6A5-8BD61A86E0B7}" type="pres">
      <dgm:prSet presAssocID="{4838BFAF-BA10-48A9-91DE-3DE4E83E4C3C}" presName="rect1ParTxNoCh" presStyleLbl="alignAcc1" presStyleIdx="0" presStyleCnt="1">
        <dgm:presLayoutVars>
          <dgm:chMax val="1"/>
          <dgm:bulletEnabled val="1"/>
        </dgm:presLayoutVars>
      </dgm:prSet>
      <dgm:spPr/>
      <dgm:t>
        <a:bodyPr/>
        <a:lstStyle/>
        <a:p>
          <a:endParaRPr lang="fr-FR"/>
        </a:p>
      </dgm:t>
    </dgm:pt>
  </dgm:ptLst>
  <dgm:cxnLst>
    <dgm:cxn modelId="{464494B1-C36E-42AE-8971-AB5831243834}" type="presOf" srcId="{4838BFAF-BA10-48A9-91DE-3DE4E83E4C3C}" destId="{5FD6E6DB-3602-4729-909E-63B803254784}" srcOrd="0" destOrd="0" presId="urn:microsoft.com/office/officeart/2005/8/layout/target3"/>
    <dgm:cxn modelId="{D777F853-2282-4622-9CA8-3C4CFD8F9233}" type="presOf" srcId="{5BAAE045-3439-4EDD-A723-00B636012251}" destId="{6DE97671-8715-4B22-84C4-C23F1FD5268D}" srcOrd="0" destOrd="0" presId="urn:microsoft.com/office/officeart/2005/8/layout/target3"/>
    <dgm:cxn modelId="{5BDCAD05-9C02-4982-890B-A4217E70959A}" srcId="{5BAAE045-3439-4EDD-A723-00B636012251}" destId="{4838BFAF-BA10-48A9-91DE-3DE4E83E4C3C}" srcOrd="0" destOrd="0" parTransId="{DA57A220-F05B-41D9-81D7-DE720F6F3E65}" sibTransId="{34A330D3-643E-40A0-9689-C93DE5AF008F}"/>
    <dgm:cxn modelId="{26B6220D-D638-402A-8C85-2EAC67868D05}" type="presOf" srcId="{4838BFAF-BA10-48A9-91DE-3DE4E83E4C3C}" destId="{0A159761-AD19-40C0-B6A5-8BD61A86E0B7}" srcOrd="1" destOrd="0" presId="urn:microsoft.com/office/officeart/2005/8/layout/target3"/>
    <dgm:cxn modelId="{932391F0-474F-447F-BEB4-84F2F0BFA9F9}" type="presParOf" srcId="{6DE97671-8715-4B22-84C4-C23F1FD5268D}" destId="{64E384B6-E3BB-48CE-96BC-38CAC0C520C9}" srcOrd="0" destOrd="0" presId="urn:microsoft.com/office/officeart/2005/8/layout/target3"/>
    <dgm:cxn modelId="{6D051436-A2BC-40A7-A26A-03293AB4218D}" type="presParOf" srcId="{6DE97671-8715-4B22-84C4-C23F1FD5268D}" destId="{D8B3E04C-0DE1-4360-AAC1-AB02BADCD695}" srcOrd="1" destOrd="0" presId="urn:microsoft.com/office/officeart/2005/8/layout/target3"/>
    <dgm:cxn modelId="{E1FC3540-4F64-4236-8CD9-C4DC1D66828F}" type="presParOf" srcId="{6DE97671-8715-4B22-84C4-C23F1FD5268D}" destId="{5FD6E6DB-3602-4729-909E-63B803254784}" srcOrd="2" destOrd="0" presId="urn:microsoft.com/office/officeart/2005/8/layout/target3"/>
    <dgm:cxn modelId="{9EDB1CB3-DE06-408B-B2A6-1C61CC76C28E}" type="presParOf" srcId="{6DE97671-8715-4B22-84C4-C23F1FD5268D}" destId="{0A159761-AD19-40C0-B6A5-8BD61A86E0B7}" srcOrd="3" destOrd="0" presId="urn:microsoft.com/office/officeart/2005/8/layout/target3"/>
  </dgm:cxnLst>
  <dgm:bg/>
  <dgm:whole/>
</dgm:dataModel>
</file>

<file path=ppt/diagrams/data26.xml><?xml version="1.0" encoding="utf-8"?>
<dgm:dataModel xmlns:dgm="http://schemas.openxmlformats.org/drawingml/2006/diagram" xmlns:a="http://schemas.openxmlformats.org/drawingml/2006/main">
  <dgm:ptLst>
    <dgm:pt modelId="{4435F850-20F2-4A1C-B3A9-FBFB3ACE897A}" type="doc">
      <dgm:prSet loTypeId="urn:microsoft.com/office/officeart/2005/8/layout/target3" loCatId="relationship" qsTypeId="urn:microsoft.com/office/officeart/2005/8/quickstyle/simple1" qsCatId="simple" csTypeId="urn:microsoft.com/office/officeart/2005/8/colors/accent2_5" csCatId="accent2" phldr="1"/>
      <dgm:spPr/>
      <dgm:t>
        <a:bodyPr/>
        <a:lstStyle/>
        <a:p>
          <a:endParaRPr lang="fr-FR"/>
        </a:p>
      </dgm:t>
    </dgm:pt>
    <dgm:pt modelId="{5D01AD50-0196-4ED7-8266-AA9354E3AEAF}">
      <dgm:prSet/>
      <dgm:spPr>
        <a:blipFill rotWithShape="0">
          <a:blip xmlns:r="http://schemas.openxmlformats.org/officeDocument/2006/relationships" r:embed="rId1"/>
          <a:stretch>
            <a:fillRect/>
          </a:stretch>
        </a:blipFill>
      </dgm:spPr>
      <dgm:t>
        <a:bodyPr/>
        <a:lstStyle/>
        <a:p>
          <a:pPr rtl="0"/>
          <a:endParaRPr lang="fr-FR" b="1" dirty="0"/>
        </a:p>
      </dgm:t>
    </dgm:pt>
    <dgm:pt modelId="{388FFA39-40D1-415E-94A9-FD6562C4CE8C}" type="parTrans" cxnId="{E77DD4A7-F041-4DF7-8BDD-5F418433D126}">
      <dgm:prSet/>
      <dgm:spPr/>
      <dgm:t>
        <a:bodyPr/>
        <a:lstStyle/>
        <a:p>
          <a:endParaRPr lang="fr-FR"/>
        </a:p>
      </dgm:t>
    </dgm:pt>
    <dgm:pt modelId="{C16DBF50-E39E-41E4-86ED-84FE38C8D4EE}" type="sibTrans" cxnId="{E77DD4A7-F041-4DF7-8BDD-5F418433D126}">
      <dgm:prSet/>
      <dgm:spPr/>
      <dgm:t>
        <a:bodyPr/>
        <a:lstStyle/>
        <a:p>
          <a:endParaRPr lang="fr-FR"/>
        </a:p>
      </dgm:t>
    </dgm:pt>
    <dgm:pt modelId="{6F2E0B19-242D-4252-94A1-511EBE037C79}" type="pres">
      <dgm:prSet presAssocID="{4435F850-20F2-4A1C-B3A9-FBFB3ACE897A}" presName="Name0" presStyleCnt="0">
        <dgm:presLayoutVars>
          <dgm:chMax val="7"/>
          <dgm:dir/>
          <dgm:animLvl val="lvl"/>
          <dgm:resizeHandles val="exact"/>
        </dgm:presLayoutVars>
      </dgm:prSet>
      <dgm:spPr/>
      <dgm:t>
        <a:bodyPr/>
        <a:lstStyle/>
        <a:p>
          <a:endParaRPr lang="en-GB"/>
        </a:p>
      </dgm:t>
    </dgm:pt>
    <dgm:pt modelId="{5B265E30-FBBD-4335-8A37-C3BC1871EDB1}" type="pres">
      <dgm:prSet presAssocID="{5D01AD50-0196-4ED7-8266-AA9354E3AEAF}" presName="circle1" presStyleLbl="node1" presStyleIdx="0" presStyleCnt="1"/>
      <dgm:spPr/>
    </dgm:pt>
    <dgm:pt modelId="{EB132230-8CC6-4D8B-817D-0A4A876A9230}" type="pres">
      <dgm:prSet presAssocID="{5D01AD50-0196-4ED7-8266-AA9354E3AEAF}" presName="space" presStyleCnt="0"/>
      <dgm:spPr/>
    </dgm:pt>
    <dgm:pt modelId="{C563A1E0-B98F-4E3B-BDC7-BF65F009C7D3}" type="pres">
      <dgm:prSet presAssocID="{5D01AD50-0196-4ED7-8266-AA9354E3AEAF}" presName="rect1" presStyleLbl="alignAcc1" presStyleIdx="0" presStyleCnt="1"/>
      <dgm:spPr/>
      <dgm:t>
        <a:bodyPr/>
        <a:lstStyle/>
        <a:p>
          <a:endParaRPr lang="fr-FR"/>
        </a:p>
      </dgm:t>
    </dgm:pt>
    <dgm:pt modelId="{04E0F195-A143-4CD9-9E3A-B82E3D6933FC}" type="pres">
      <dgm:prSet presAssocID="{5D01AD50-0196-4ED7-8266-AA9354E3AEAF}" presName="rect1ParTxNoCh" presStyleLbl="alignAcc1" presStyleIdx="0" presStyleCnt="1">
        <dgm:presLayoutVars>
          <dgm:chMax val="1"/>
          <dgm:bulletEnabled val="1"/>
        </dgm:presLayoutVars>
      </dgm:prSet>
      <dgm:spPr/>
      <dgm:t>
        <a:bodyPr/>
        <a:lstStyle/>
        <a:p>
          <a:endParaRPr lang="fr-FR"/>
        </a:p>
      </dgm:t>
    </dgm:pt>
  </dgm:ptLst>
  <dgm:cxnLst>
    <dgm:cxn modelId="{FB937F90-0995-4937-B178-073A7C2C7E05}" type="presOf" srcId="{5D01AD50-0196-4ED7-8266-AA9354E3AEAF}" destId="{C563A1E0-B98F-4E3B-BDC7-BF65F009C7D3}" srcOrd="0" destOrd="0" presId="urn:microsoft.com/office/officeart/2005/8/layout/target3"/>
    <dgm:cxn modelId="{139EEB71-8DED-4873-8580-F22AF62E1083}" type="presOf" srcId="{5D01AD50-0196-4ED7-8266-AA9354E3AEAF}" destId="{04E0F195-A143-4CD9-9E3A-B82E3D6933FC}" srcOrd="1" destOrd="0" presId="urn:microsoft.com/office/officeart/2005/8/layout/target3"/>
    <dgm:cxn modelId="{C35F4AA9-7DA0-4DBC-8453-0738C79CCDD8}" type="presOf" srcId="{4435F850-20F2-4A1C-B3A9-FBFB3ACE897A}" destId="{6F2E0B19-242D-4252-94A1-511EBE037C79}" srcOrd="0" destOrd="0" presId="urn:microsoft.com/office/officeart/2005/8/layout/target3"/>
    <dgm:cxn modelId="{E77DD4A7-F041-4DF7-8BDD-5F418433D126}" srcId="{4435F850-20F2-4A1C-B3A9-FBFB3ACE897A}" destId="{5D01AD50-0196-4ED7-8266-AA9354E3AEAF}" srcOrd="0" destOrd="0" parTransId="{388FFA39-40D1-415E-94A9-FD6562C4CE8C}" sibTransId="{C16DBF50-E39E-41E4-86ED-84FE38C8D4EE}"/>
    <dgm:cxn modelId="{9888F1BF-3695-4878-A2A0-62925C63211A}" type="presParOf" srcId="{6F2E0B19-242D-4252-94A1-511EBE037C79}" destId="{5B265E30-FBBD-4335-8A37-C3BC1871EDB1}" srcOrd="0" destOrd="0" presId="urn:microsoft.com/office/officeart/2005/8/layout/target3"/>
    <dgm:cxn modelId="{8D9BB187-F7D6-41D0-A2EC-030CA380F19C}" type="presParOf" srcId="{6F2E0B19-242D-4252-94A1-511EBE037C79}" destId="{EB132230-8CC6-4D8B-817D-0A4A876A9230}" srcOrd="1" destOrd="0" presId="urn:microsoft.com/office/officeart/2005/8/layout/target3"/>
    <dgm:cxn modelId="{70D70619-DF2A-46E4-A872-B77628485EFA}" type="presParOf" srcId="{6F2E0B19-242D-4252-94A1-511EBE037C79}" destId="{C563A1E0-B98F-4E3B-BDC7-BF65F009C7D3}" srcOrd="2" destOrd="0" presId="urn:microsoft.com/office/officeart/2005/8/layout/target3"/>
    <dgm:cxn modelId="{21CB2F2B-ABDF-4D68-AD2D-1583A53B9281}" type="presParOf" srcId="{6F2E0B19-242D-4252-94A1-511EBE037C79}" destId="{04E0F195-A143-4CD9-9E3A-B82E3D6933FC}" srcOrd="3" destOrd="0" presId="urn:microsoft.com/office/officeart/2005/8/layout/target3"/>
  </dgm:cxnLst>
  <dgm:bg/>
  <dgm:whole/>
</dgm:dataModel>
</file>

<file path=ppt/diagrams/data27.xml><?xml version="1.0" encoding="utf-8"?>
<dgm:dataModel xmlns:dgm="http://schemas.openxmlformats.org/drawingml/2006/diagram" xmlns:a="http://schemas.openxmlformats.org/drawingml/2006/main">
  <dgm:ptLst>
    <dgm:pt modelId="{27B74066-34F4-4FE9-A399-5470A6941C0A}" type="doc">
      <dgm:prSet loTypeId="urn:microsoft.com/office/officeart/2005/8/layout/vList3" loCatId="list" qsTypeId="urn:microsoft.com/office/officeart/2005/8/quickstyle/3d3" qsCatId="3D" csTypeId="urn:microsoft.com/office/officeart/2005/8/colors/accent2_5" csCatId="accent2"/>
      <dgm:spPr/>
      <dgm:t>
        <a:bodyPr/>
        <a:lstStyle/>
        <a:p>
          <a:endParaRPr lang="fr-FR"/>
        </a:p>
      </dgm:t>
    </dgm:pt>
    <dgm:pt modelId="{68514F30-F1D3-4D92-A09C-484E4846B879}">
      <dgm:prSet/>
      <dgm:spPr/>
      <dgm:t>
        <a:bodyPr/>
        <a:lstStyle/>
        <a:p>
          <a:pPr rtl="0"/>
          <a:r>
            <a:rPr lang="en-GB" b="1" dirty="0" smtClean="0"/>
            <a:t>POSITIVE DEVELOPMENTS</a:t>
          </a:r>
          <a:endParaRPr lang="fr-FR" b="1" dirty="0"/>
        </a:p>
      </dgm:t>
    </dgm:pt>
    <dgm:pt modelId="{A5CA32A0-CB27-4C15-9D53-ACAE8555C353}" type="parTrans" cxnId="{51198B3A-4566-496A-AB5F-400C646A719D}">
      <dgm:prSet/>
      <dgm:spPr/>
      <dgm:t>
        <a:bodyPr/>
        <a:lstStyle/>
        <a:p>
          <a:endParaRPr lang="fr-FR"/>
        </a:p>
      </dgm:t>
    </dgm:pt>
    <dgm:pt modelId="{EB835812-0761-41D9-BD23-CC6879387DA8}" type="sibTrans" cxnId="{51198B3A-4566-496A-AB5F-400C646A719D}">
      <dgm:prSet/>
      <dgm:spPr/>
      <dgm:t>
        <a:bodyPr/>
        <a:lstStyle/>
        <a:p>
          <a:endParaRPr lang="fr-FR"/>
        </a:p>
      </dgm:t>
    </dgm:pt>
    <dgm:pt modelId="{F23798FD-02CA-4356-A700-687B25CF2AB4}" type="pres">
      <dgm:prSet presAssocID="{27B74066-34F4-4FE9-A399-5470A6941C0A}" presName="linearFlow" presStyleCnt="0">
        <dgm:presLayoutVars>
          <dgm:dir/>
          <dgm:resizeHandles val="exact"/>
        </dgm:presLayoutVars>
      </dgm:prSet>
      <dgm:spPr/>
      <dgm:t>
        <a:bodyPr/>
        <a:lstStyle/>
        <a:p>
          <a:endParaRPr lang="en-GB"/>
        </a:p>
      </dgm:t>
    </dgm:pt>
    <dgm:pt modelId="{AA8DAF12-8A26-4089-A84D-6AFD2955B88F}" type="pres">
      <dgm:prSet presAssocID="{68514F30-F1D3-4D92-A09C-484E4846B879}" presName="composite" presStyleCnt="0"/>
      <dgm:spPr/>
    </dgm:pt>
    <dgm:pt modelId="{8EFA09D8-DE5A-41D5-9A17-E7AEF861CF05}" type="pres">
      <dgm:prSet presAssocID="{68514F30-F1D3-4D92-A09C-484E4846B879}" presName="imgShp" presStyleLbl="fgImgPlace1" presStyleIdx="0" presStyleCnt="1"/>
      <dgm:spPr>
        <a:blipFill rotWithShape="0">
          <a:blip xmlns:r="http://schemas.openxmlformats.org/officeDocument/2006/relationships" r:embed="rId1"/>
          <a:stretch>
            <a:fillRect/>
          </a:stretch>
        </a:blipFill>
      </dgm:spPr>
    </dgm:pt>
    <dgm:pt modelId="{1408ABD0-C333-42A0-87FA-BA2E116051EC}" type="pres">
      <dgm:prSet presAssocID="{68514F30-F1D3-4D92-A09C-484E4846B879}" presName="txShp" presStyleLbl="node1" presStyleIdx="0" presStyleCnt="1">
        <dgm:presLayoutVars>
          <dgm:bulletEnabled val="1"/>
        </dgm:presLayoutVars>
      </dgm:prSet>
      <dgm:spPr/>
      <dgm:t>
        <a:bodyPr/>
        <a:lstStyle/>
        <a:p>
          <a:endParaRPr lang="en-GB"/>
        </a:p>
      </dgm:t>
    </dgm:pt>
  </dgm:ptLst>
  <dgm:cxnLst>
    <dgm:cxn modelId="{0589303F-045A-4B25-A2BC-B39C63B91054}" type="presOf" srcId="{68514F30-F1D3-4D92-A09C-484E4846B879}" destId="{1408ABD0-C333-42A0-87FA-BA2E116051EC}" srcOrd="0" destOrd="0" presId="urn:microsoft.com/office/officeart/2005/8/layout/vList3"/>
    <dgm:cxn modelId="{51198B3A-4566-496A-AB5F-400C646A719D}" srcId="{27B74066-34F4-4FE9-A399-5470A6941C0A}" destId="{68514F30-F1D3-4D92-A09C-484E4846B879}" srcOrd="0" destOrd="0" parTransId="{A5CA32A0-CB27-4C15-9D53-ACAE8555C353}" sibTransId="{EB835812-0761-41D9-BD23-CC6879387DA8}"/>
    <dgm:cxn modelId="{A54BF580-5D95-4E90-8404-5075C9B47B2A}" type="presOf" srcId="{27B74066-34F4-4FE9-A399-5470A6941C0A}" destId="{F23798FD-02CA-4356-A700-687B25CF2AB4}" srcOrd="0" destOrd="0" presId="urn:microsoft.com/office/officeart/2005/8/layout/vList3"/>
    <dgm:cxn modelId="{D0994F06-0B5B-4B46-8B1A-39DB68D3B5D9}" type="presParOf" srcId="{F23798FD-02CA-4356-A700-687B25CF2AB4}" destId="{AA8DAF12-8A26-4089-A84D-6AFD2955B88F}" srcOrd="0" destOrd="0" presId="urn:microsoft.com/office/officeart/2005/8/layout/vList3"/>
    <dgm:cxn modelId="{D170BF6C-12A3-47A2-992D-0D0842504D1F}" type="presParOf" srcId="{AA8DAF12-8A26-4089-A84D-6AFD2955B88F}" destId="{8EFA09D8-DE5A-41D5-9A17-E7AEF861CF05}" srcOrd="0" destOrd="0" presId="urn:microsoft.com/office/officeart/2005/8/layout/vList3"/>
    <dgm:cxn modelId="{6A46B5C1-6639-4330-AAAD-AA8729211251}" type="presParOf" srcId="{AA8DAF12-8A26-4089-A84D-6AFD2955B88F}" destId="{1408ABD0-C333-42A0-87FA-BA2E116051EC}" srcOrd="1" destOrd="0" presId="urn:microsoft.com/office/officeart/2005/8/layout/vList3"/>
  </dgm:cxnLst>
  <dgm:bg/>
  <dgm:whole/>
</dgm:dataModel>
</file>

<file path=ppt/diagrams/data28.xml><?xml version="1.0" encoding="utf-8"?>
<dgm:dataModel xmlns:dgm="http://schemas.openxmlformats.org/drawingml/2006/diagram" xmlns:a="http://schemas.openxmlformats.org/drawingml/2006/main">
  <dgm:ptLst>
    <dgm:pt modelId="{E7F602AA-027C-4B5D-BBB5-00B477372E30}"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fr-FR"/>
        </a:p>
      </dgm:t>
    </dgm:pt>
    <dgm:pt modelId="{20CBCC3C-AD8F-483D-98A2-17EA3819B925}">
      <dgm:prSet/>
      <dgm:spPr/>
      <dgm:t>
        <a:bodyPr/>
        <a:lstStyle/>
        <a:p>
          <a:pPr rtl="0"/>
          <a:r>
            <a:rPr lang="en-GB" dirty="0" smtClean="0"/>
            <a:t>Despite colossal challenges confronting the University Library, there have been some positive developments.</a:t>
          </a:r>
          <a:endParaRPr lang="fr-FR" dirty="0"/>
        </a:p>
      </dgm:t>
    </dgm:pt>
    <dgm:pt modelId="{41991507-49A1-4A09-A33A-53A59FEDB9B3}" type="parTrans" cxnId="{0EDA2A60-3A2B-48DC-A2B3-D86F488EBCF4}">
      <dgm:prSet/>
      <dgm:spPr/>
      <dgm:t>
        <a:bodyPr/>
        <a:lstStyle/>
        <a:p>
          <a:endParaRPr lang="fr-FR"/>
        </a:p>
      </dgm:t>
    </dgm:pt>
    <dgm:pt modelId="{E0F250FB-9211-4AD4-869B-F2F407BECBED}" type="sibTrans" cxnId="{0EDA2A60-3A2B-48DC-A2B3-D86F488EBCF4}">
      <dgm:prSet/>
      <dgm:spPr/>
      <dgm:t>
        <a:bodyPr/>
        <a:lstStyle/>
        <a:p>
          <a:endParaRPr lang="fr-FR"/>
        </a:p>
      </dgm:t>
    </dgm:pt>
    <dgm:pt modelId="{D8E0CFFD-EE7A-4005-A8AF-66A61DDE602A}">
      <dgm:prSet/>
      <dgm:spPr>
        <a:blipFill rotWithShape="0">
          <a:blip xmlns:r="http://schemas.openxmlformats.org/officeDocument/2006/relationships" r:embed="rId1"/>
          <a:stretch>
            <a:fillRect/>
          </a:stretch>
        </a:blipFill>
      </dgm:spPr>
      <dgm:t>
        <a:bodyPr/>
        <a:lstStyle/>
        <a:p>
          <a:pPr rtl="0"/>
          <a:endParaRPr lang="fr-FR" dirty="0"/>
        </a:p>
      </dgm:t>
    </dgm:pt>
    <dgm:pt modelId="{C4B24A1C-D33B-431B-9C6D-B2AC9A41A601}" type="parTrans" cxnId="{D779A494-4B4B-49CD-937A-16198F874795}">
      <dgm:prSet/>
      <dgm:spPr/>
      <dgm:t>
        <a:bodyPr/>
        <a:lstStyle/>
        <a:p>
          <a:endParaRPr lang="fr-FR"/>
        </a:p>
      </dgm:t>
    </dgm:pt>
    <dgm:pt modelId="{12D2B3DB-646A-4B91-8E98-672866B3A2CB}" type="sibTrans" cxnId="{D779A494-4B4B-49CD-937A-16198F874795}">
      <dgm:prSet/>
      <dgm:spPr/>
      <dgm:t>
        <a:bodyPr/>
        <a:lstStyle/>
        <a:p>
          <a:endParaRPr lang="fr-FR"/>
        </a:p>
      </dgm:t>
    </dgm:pt>
    <dgm:pt modelId="{282B5271-490F-4F8A-8C16-1784E9B0521C}" type="pres">
      <dgm:prSet presAssocID="{E7F602AA-027C-4B5D-BBB5-00B477372E30}" presName="CompostProcess" presStyleCnt="0">
        <dgm:presLayoutVars>
          <dgm:dir/>
          <dgm:resizeHandles val="exact"/>
        </dgm:presLayoutVars>
      </dgm:prSet>
      <dgm:spPr/>
      <dgm:t>
        <a:bodyPr/>
        <a:lstStyle/>
        <a:p>
          <a:endParaRPr lang="en-GB"/>
        </a:p>
      </dgm:t>
    </dgm:pt>
    <dgm:pt modelId="{1365F60C-CD1C-4007-A954-7BB651B407CF}" type="pres">
      <dgm:prSet presAssocID="{E7F602AA-027C-4B5D-BBB5-00B477372E30}" presName="arrow" presStyleLbl="bgShp" presStyleIdx="0" presStyleCnt="1"/>
      <dgm:spPr/>
    </dgm:pt>
    <dgm:pt modelId="{5F4CE053-5CF5-4D9B-990A-5D9332BD0A7E}" type="pres">
      <dgm:prSet presAssocID="{E7F602AA-027C-4B5D-BBB5-00B477372E30}" presName="linearProcess" presStyleCnt="0"/>
      <dgm:spPr/>
    </dgm:pt>
    <dgm:pt modelId="{B497BAEF-D8B9-4AF7-B848-789EF81A9745}" type="pres">
      <dgm:prSet presAssocID="{20CBCC3C-AD8F-483D-98A2-17EA3819B925}" presName="textNode" presStyleLbl="node1" presStyleIdx="0" presStyleCnt="2" custScaleY="241409">
        <dgm:presLayoutVars>
          <dgm:bulletEnabled val="1"/>
        </dgm:presLayoutVars>
      </dgm:prSet>
      <dgm:spPr/>
      <dgm:t>
        <a:bodyPr/>
        <a:lstStyle/>
        <a:p>
          <a:endParaRPr lang="fr-FR"/>
        </a:p>
      </dgm:t>
    </dgm:pt>
    <dgm:pt modelId="{E5026591-831D-4E22-A1AC-1EF20CEB4679}" type="pres">
      <dgm:prSet presAssocID="{E0F250FB-9211-4AD4-869B-F2F407BECBED}" presName="sibTrans" presStyleCnt="0"/>
      <dgm:spPr/>
    </dgm:pt>
    <dgm:pt modelId="{17B0FE1D-6B67-47E6-B1B1-EAA3A0AB64D0}" type="pres">
      <dgm:prSet presAssocID="{D8E0CFFD-EE7A-4005-A8AF-66A61DDE602A}" presName="textNode" presStyleLbl="node1" presStyleIdx="1" presStyleCnt="2" custScaleY="187602">
        <dgm:presLayoutVars>
          <dgm:bulletEnabled val="1"/>
        </dgm:presLayoutVars>
      </dgm:prSet>
      <dgm:spPr/>
      <dgm:t>
        <a:bodyPr/>
        <a:lstStyle/>
        <a:p>
          <a:endParaRPr lang="en-GB"/>
        </a:p>
      </dgm:t>
    </dgm:pt>
  </dgm:ptLst>
  <dgm:cxnLst>
    <dgm:cxn modelId="{3208627E-CBBC-41D4-AB42-D7D11C49A1BA}" type="presOf" srcId="{D8E0CFFD-EE7A-4005-A8AF-66A61DDE602A}" destId="{17B0FE1D-6B67-47E6-B1B1-EAA3A0AB64D0}" srcOrd="0" destOrd="0" presId="urn:microsoft.com/office/officeart/2005/8/layout/hProcess9"/>
    <dgm:cxn modelId="{0EDA2A60-3A2B-48DC-A2B3-D86F488EBCF4}" srcId="{E7F602AA-027C-4B5D-BBB5-00B477372E30}" destId="{20CBCC3C-AD8F-483D-98A2-17EA3819B925}" srcOrd="0" destOrd="0" parTransId="{41991507-49A1-4A09-A33A-53A59FEDB9B3}" sibTransId="{E0F250FB-9211-4AD4-869B-F2F407BECBED}"/>
    <dgm:cxn modelId="{486996A8-F4F3-4EC5-86EA-DE3208BBE5C9}" type="presOf" srcId="{20CBCC3C-AD8F-483D-98A2-17EA3819B925}" destId="{B497BAEF-D8B9-4AF7-B848-789EF81A9745}" srcOrd="0" destOrd="0" presId="urn:microsoft.com/office/officeart/2005/8/layout/hProcess9"/>
    <dgm:cxn modelId="{D779A494-4B4B-49CD-937A-16198F874795}" srcId="{E7F602AA-027C-4B5D-BBB5-00B477372E30}" destId="{D8E0CFFD-EE7A-4005-A8AF-66A61DDE602A}" srcOrd="1" destOrd="0" parTransId="{C4B24A1C-D33B-431B-9C6D-B2AC9A41A601}" sibTransId="{12D2B3DB-646A-4B91-8E98-672866B3A2CB}"/>
    <dgm:cxn modelId="{20DC8B49-D727-4F13-A858-251A5FB83BC3}" type="presOf" srcId="{E7F602AA-027C-4B5D-BBB5-00B477372E30}" destId="{282B5271-490F-4F8A-8C16-1784E9B0521C}" srcOrd="0" destOrd="0" presId="urn:microsoft.com/office/officeart/2005/8/layout/hProcess9"/>
    <dgm:cxn modelId="{990295D4-EB84-4720-BC2B-6F09EDD61855}" type="presParOf" srcId="{282B5271-490F-4F8A-8C16-1784E9B0521C}" destId="{1365F60C-CD1C-4007-A954-7BB651B407CF}" srcOrd="0" destOrd="0" presId="urn:microsoft.com/office/officeart/2005/8/layout/hProcess9"/>
    <dgm:cxn modelId="{E0663EA3-B314-431E-AD27-6A961C643FA0}" type="presParOf" srcId="{282B5271-490F-4F8A-8C16-1784E9B0521C}" destId="{5F4CE053-5CF5-4D9B-990A-5D9332BD0A7E}" srcOrd="1" destOrd="0" presId="urn:microsoft.com/office/officeart/2005/8/layout/hProcess9"/>
    <dgm:cxn modelId="{F6156014-D35A-43C7-AA24-F73259881F7E}" type="presParOf" srcId="{5F4CE053-5CF5-4D9B-990A-5D9332BD0A7E}" destId="{B497BAEF-D8B9-4AF7-B848-789EF81A9745}" srcOrd="0" destOrd="0" presId="urn:microsoft.com/office/officeart/2005/8/layout/hProcess9"/>
    <dgm:cxn modelId="{1B0537AF-0331-46E3-9482-8219CBC48BC7}" type="presParOf" srcId="{5F4CE053-5CF5-4D9B-990A-5D9332BD0A7E}" destId="{E5026591-831D-4E22-A1AC-1EF20CEB4679}" srcOrd="1" destOrd="0" presId="urn:microsoft.com/office/officeart/2005/8/layout/hProcess9"/>
    <dgm:cxn modelId="{CC1995DE-6333-415C-8277-627A934C0949}" type="presParOf" srcId="{5F4CE053-5CF5-4D9B-990A-5D9332BD0A7E}" destId="{17B0FE1D-6B67-47E6-B1B1-EAA3A0AB64D0}" srcOrd="2" destOrd="0" presId="urn:microsoft.com/office/officeart/2005/8/layout/hProcess9"/>
  </dgm:cxnLst>
  <dgm:bg/>
  <dgm:whole/>
</dgm:dataModel>
</file>

<file path=ppt/diagrams/data29.xml><?xml version="1.0" encoding="utf-8"?>
<dgm:dataModel xmlns:dgm="http://schemas.openxmlformats.org/drawingml/2006/diagram" xmlns:a="http://schemas.openxmlformats.org/drawingml/2006/main">
  <dgm:ptLst>
    <dgm:pt modelId="{E10BDF0C-9F8A-400F-BF59-82D9859AE9B1}" type="doc">
      <dgm:prSet loTypeId="urn:microsoft.com/office/officeart/2005/8/layout/vList4" loCatId="list" qsTypeId="urn:microsoft.com/office/officeart/2005/8/quickstyle/3d3" qsCatId="3D" csTypeId="urn:microsoft.com/office/officeart/2005/8/colors/colorful5" csCatId="colorful" phldr="1"/>
      <dgm:spPr/>
      <dgm:t>
        <a:bodyPr/>
        <a:lstStyle/>
        <a:p>
          <a:endParaRPr lang="fr-FR"/>
        </a:p>
      </dgm:t>
    </dgm:pt>
    <dgm:pt modelId="{5A36F638-2B6E-4696-9E84-9DF2EA4B8F26}">
      <dgm:prSet/>
      <dgm:spPr/>
      <dgm:t>
        <a:bodyPr/>
        <a:lstStyle/>
        <a:p>
          <a:pPr rtl="0"/>
          <a:r>
            <a:rPr lang="en-GB" b="1" dirty="0" smtClean="0"/>
            <a:t>    </a:t>
          </a:r>
          <a:r>
            <a:rPr lang="en-GB" b="1" dirty="0" err="1" smtClean="0"/>
            <a:t>MoU</a:t>
          </a:r>
          <a:r>
            <a:rPr lang="en-GB" b="1" dirty="0" smtClean="0"/>
            <a:t> Contd.</a:t>
          </a:r>
          <a:endParaRPr lang="fr-FR" b="1" dirty="0"/>
        </a:p>
      </dgm:t>
    </dgm:pt>
    <dgm:pt modelId="{4424DC3B-4239-4384-86A3-F03153D17A0E}" type="parTrans" cxnId="{5B84378C-B41A-446B-BABD-B58D306491D2}">
      <dgm:prSet/>
      <dgm:spPr/>
      <dgm:t>
        <a:bodyPr/>
        <a:lstStyle/>
        <a:p>
          <a:endParaRPr lang="fr-FR"/>
        </a:p>
      </dgm:t>
    </dgm:pt>
    <dgm:pt modelId="{8AA57928-ECAB-43B1-9CF5-B722BBEDA5ED}" type="sibTrans" cxnId="{5B84378C-B41A-446B-BABD-B58D306491D2}">
      <dgm:prSet/>
      <dgm:spPr/>
      <dgm:t>
        <a:bodyPr/>
        <a:lstStyle/>
        <a:p>
          <a:endParaRPr lang="fr-FR"/>
        </a:p>
      </dgm:t>
    </dgm:pt>
    <dgm:pt modelId="{FDD89265-F9B6-435D-9D87-4B0C8537C6A6}" type="pres">
      <dgm:prSet presAssocID="{E10BDF0C-9F8A-400F-BF59-82D9859AE9B1}" presName="linear" presStyleCnt="0">
        <dgm:presLayoutVars>
          <dgm:dir/>
          <dgm:resizeHandles val="exact"/>
        </dgm:presLayoutVars>
      </dgm:prSet>
      <dgm:spPr/>
      <dgm:t>
        <a:bodyPr/>
        <a:lstStyle/>
        <a:p>
          <a:endParaRPr lang="en-GB"/>
        </a:p>
      </dgm:t>
    </dgm:pt>
    <dgm:pt modelId="{A8AF04BD-30E6-494C-A167-E84C1F5082D4}" type="pres">
      <dgm:prSet presAssocID="{5A36F638-2B6E-4696-9E84-9DF2EA4B8F26}" presName="comp" presStyleCnt="0"/>
      <dgm:spPr/>
    </dgm:pt>
    <dgm:pt modelId="{1F4D8DAC-54F8-4C63-A679-05373AFC5229}" type="pres">
      <dgm:prSet presAssocID="{5A36F638-2B6E-4696-9E84-9DF2EA4B8F26}" presName="box" presStyleLbl="node1" presStyleIdx="0" presStyleCnt="1"/>
      <dgm:spPr/>
      <dgm:t>
        <a:bodyPr/>
        <a:lstStyle/>
        <a:p>
          <a:endParaRPr lang="en-GB"/>
        </a:p>
      </dgm:t>
    </dgm:pt>
    <dgm:pt modelId="{E8ABC2EE-E3B3-4F1A-87BD-3334209CCD72}" type="pres">
      <dgm:prSet presAssocID="{5A36F638-2B6E-4696-9E84-9DF2EA4B8F26}" presName="img" presStyleLbl="fgImgPlace1" presStyleIdx="0" presStyleCnt="1" custScaleX="201504"/>
      <dgm:spPr>
        <a:blipFill rotWithShape="0">
          <a:blip xmlns:r="http://schemas.openxmlformats.org/officeDocument/2006/relationships" r:embed="rId1"/>
          <a:stretch>
            <a:fillRect/>
          </a:stretch>
        </a:blipFill>
      </dgm:spPr>
    </dgm:pt>
    <dgm:pt modelId="{D9F59A46-DB72-4EC2-841C-4FA25336213C}" type="pres">
      <dgm:prSet presAssocID="{5A36F638-2B6E-4696-9E84-9DF2EA4B8F26}" presName="text" presStyleLbl="node1" presStyleIdx="0" presStyleCnt="1">
        <dgm:presLayoutVars>
          <dgm:bulletEnabled val="1"/>
        </dgm:presLayoutVars>
      </dgm:prSet>
      <dgm:spPr/>
      <dgm:t>
        <a:bodyPr/>
        <a:lstStyle/>
        <a:p>
          <a:endParaRPr lang="en-GB"/>
        </a:p>
      </dgm:t>
    </dgm:pt>
  </dgm:ptLst>
  <dgm:cxnLst>
    <dgm:cxn modelId="{2393AD8E-7440-4ABF-88D9-BE6B0F5D1929}" type="presOf" srcId="{5A36F638-2B6E-4696-9E84-9DF2EA4B8F26}" destId="{D9F59A46-DB72-4EC2-841C-4FA25336213C}" srcOrd="1" destOrd="0" presId="urn:microsoft.com/office/officeart/2005/8/layout/vList4"/>
    <dgm:cxn modelId="{E8837522-ACB1-4AE9-960F-9B36FFAB0EAE}" type="presOf" srcId="{E10BDF0C-9F8A-400F-BF59-82D9859AE9B1}" destId="{FDD89265-F9B6-435D-9D87-4B0C8537C6A6}" srcOrd="0" destOrd="0" presId="urn:microsoft.com/office/officeart/2005/8/layout/vList4"/>
    <dgm:cxn modelId="{7FAD6764-B7FE-43F2-B346-621F589577CA}" type="presOf" srcId="{5A36F638-2B6E-4696-9E84-9DF2EA4B8F26}" destId="{1F4D8DAC-54F8-4C63-A679-05373AFC5229}" srcOrd="0" destOrd="0" presId="urn:microsoft.com/office/officeart/2005/8/layout/vList4"/>
    <dgm:cxn modelId="{5B84378C-B41A-446B-BABD-B58D306491D2}" srcId="{E10BDF0C-9F8A-400F-BF59-82D9859AE9B1}" destId="{5A36F638-2B6E-4696-9E84-9DF2EA4B8F26}" srcOrd="0" destOrd="0" parTransId="{4424DC3B-4239-4384-86A3-F03153D17A0E}" sibTransId="{8AA57928-ECAB-43B1-9CF5-B722BBEDA5ED}"/>
    <dgm:cxn modelId="{CE0C96EE-451B-45A3-A987-48EB01200956}" type="presParOf" srcId="{FDD89265-F9B6-435D-9D87-4B0C8537C6A6}" destId="{A8AF04BD-30E6-494C-A167-E84C1F5082D4}" srcOrd="0" destOrd="0" presId="urn:microsoft.com/office/officeart/2005/8/layout/vList4"/>
    <dgm:cxn modelId="{D402201F-7BBD-4D79-859F-8FBB8B6E339E}" type="presParOf" srcId="{A8AF04BD-30E6-494C-A167-E84C1F5082D4}" destId="{1F4D8DAC-54F8-4C63-A679-05373AFC5229}" srcOrd="0" destOrd="0" presId="urn:microsoft.com/office/officeart/2005/8/layout/vList4"/>
    <dgm:cxn modelId="{8B7ECBED-B441-4275-B028-E8E6BA37B794}" type="presParOf" srcId="{A8AF04BD-30E6-494C-A167-E84C1F5082D4}" destId="{E8ABC2EE-E3B3-4F1A-87BD-3334209CCD72}" srcOrd="1" destOrd="0" presId="urn:microsoft.com/office/officeart/2005/8/layout/vList4"/>
    <dgm:cxn modelId="{15115261-4E9E-41FC-8EB3-A39340DC7BDE}" type="presParOf" srcId="{A8AF04BD-30E6-494C-A167-E84C1F5082D4}" destId="{D9F59A46-DB72-4EC2-841C-4FA25336213C}" srcOrd="2" destOrd="0" presId="urn:microsoft.com/office/officeart/2005/8/layout/vList4"/>
  </dgm:cxnLst>
  <dgm:bg/>
  <dgm:whole/>
</dgm:dataModel>
</file>

<file path=ppt/diagrams/data30.xml><?xml version="1.0" encoding="utf-8"?>
<dgm:dataModel xmlns:dgm="http://schemas.openxmlformats.org/drawingml/2006/diagram" xmlns:a="http://schemas.openxmlformats.org/drawingml/2006/main">
  <dgm:ptLst>
    <dgm:pt modelId="{06728EB7-07E8-4136-AF16-C70967C9B449}" type="doc">
      <dgm:prSet loTypeId="urn:microsoft.com/office/officeart/2005/8/layout/vList4" loCatId="list" qsTypeId="urn:microsoft.com/office/officeart/2005/8/quickstyle/simple1" qsCatId="simple" csTypeId="urn:microsoft.com/office/officeart/2005/8/colors/colorful5" csCatId="colorful" phldr="1"/>
      <dgm:spPr/>
      <dgm:t>
        <a:bodyPr/>
        <a:lstStyle/>
        <a:p>
          <a:endParaRPr lang="fr-FR"/>
        </a:p>
      </dgm:t>
    </dgm:pt>
    <dgm:pt modelId="{9C7349CB-2474-4E79-8113-9A0EB712E0E5}">
      <dgm:prSet/>
      <dgm:spPr/>
      <dgm:t>
        <a:bodyPr/>
        <a:lstStyle/>
        <a:p>
          <a:pPr rtl="0"/>
          <a:r>
            <a:rPr lang="en-GB" b="1" dirty="0" smtClean="0"/>
            <a:t>    Training of Staff</a:t>
          </a:r>
          <a:endParaRPr lang="fr-FR" b="1" dirty="0"/>
        </a:p>
      </dgm:t>
    </dgm:pt>
    <dgm:pt modelId="{8CF5309A-9E3E-4E23-82C1-20DF619A3952}" type="parTrans" cxnId="{12BE001D-63D8-43E4-A23B-78A8CDE7F5B1}">
      <dgm:prSet/>
      <dgm:spPr/>
      <dgm:t>
        <a:bodyPr/>
        <a:lstStyle/>
        <a:p>
          <a:endParaRPr lang="fr-FR"/>
        </a:p>
      </dgm:t>
    </dgm:pt>
    <dgm:pt modelId="{8B584BA8-2354-4078-BF40-625B300402AF}" type="sibTrans" cxnId="{12BE001D-63D8-43E4-A23B-78A8CDE7F5B1}">
      <dgm:prSet/>
      <dgm:spPr/>
      <dgm:t>
        <a:bodyPr/>
        <a:lstStyle/>
        <a:p>
          <a:endParaRPr lang="fr-FR"/>
        </a:p>
      </dgm:t>
    </dgm:pt>
    <dgm:pt modelId="{857AA783-07B3-4BA1-B874-1D907AEAADBF}" type="pres">
      <dgm:prSet presAssocID="{06728EB7-07E8-4136-AF16-C70967C9B449}" presName="linear" presStyleCnt="0">
        <dgm:presLayoutVars>
          <dgm:dir/>
          <dgm:resizeHandles val="exact"/>
        </dgm:presLayoutVars>
      </dgm:prSet>
      <dgm:spPr/>
      <dgm:t>
        <a:bodyPr/>
        <a:lstStyle/>
        <a:p>
          <a:endParaRPr lang="en-GB"/>
        </a:p>
      </dgm:t>
    </dgm:pt>
    <dgm:pt modelId="{B06566BA-6958-445A-A180-8A7EFF9647B0}" type="pres">
      <dgm:prSet presAssocID="{9C7349CB-2474-4E79-8113-9A0EB712E0E5}" presName="comp" presStyleCnt="0"/>
      <dgm:spPr/>
    </dgm:pt>
    <dgm:pt modelId="{3CF9B411-D0E3-413D-B2C1-5BB02873AA14}" type="pres">
      <dgm:prSet presAssocID="{9C7349CB-2474-4E79-8113-9A0EB712E0E5}" presName="box" presStyleLbl="node1" presStyleIdx="0" presStyleCnt="1"/>
      <dgm:spPr/>
      <dgm:t>
        <a:bodyPr/>
        <a:lstStyle/>
        <a:p>
          <a:endParaRPr lang="en-GB"/>
        </a:p>
      </dgm:t>
    </dgm:pt>
    <dgm:pt modelId="{8D60A1D4-0559-4F99-B17B-D1AB6B0A68C2}" type="pres">
      <dgm:prSet presAssocID="{9C7349CB-2474-4E79-8113-9A0EB712E0E5}" presName="img" presStyleLbl="fgImgPlace1" presStyleIdx="0" presStyleCnt="1" custScaleX="151735"/>
      <dgm:spPr>
        <a:blipFill rotWithShape="0">
          <a:blip xmlns:r="http://schemas.openxmlformats.org/officeDocument/2006/relationships" r:embed="rId1"/>
          <a:stretch>
            <a:fillRect/>
          </a:stretch>
        </a:blipFill>
      </dgm:spPr>
    </dgm:pt>
    <dgm:pt modelId="{D243F528-3C93-42E9-B34F-2FF65AEE2D3A}" type="pres">
      <dgm:prSet presAssocID="{9C7349CB-2474-4E79-8113-9A0EB712E0E5}" presName="text" presStyleLbl="node1" presStyleIdx="0" presStyleCnt="1">
        <dgm:presLayoutVars>
          <dgm:bulletEnabled val="1"/>
        </dgm:presLayoutVars>
      </dgm:prSet>
      <dgm:spPr/>
      <dgm:t>
        <a:bodyPr/>
        <a:lstStyle/>
        <a:p>
          <a:endParaRPr lang="en-GB"/>
        </a:p>
      </dgm:t>
    </dgm:pt>
  </dgm:ptLst>
  <dgm:cxnLst>
    <dgm:cxn modelId="{12BE001D-63D8-43E4-A23B-78A8CDE7F5B1}" srcId="{06728EB7-07E8-4136-AF16-C70967C9B449}" destId="{9C7349CB-2474-4E79-8113-9A0EB712E0E5}" srcOrd="0" destOrd="0" parTransId="{8CF5309A-9E3E-4E23-82C1-20DF619A3952}" sibTransId="{8B584BA8-2354-4078-BF40-625B300402AF}"/>
    <dgm:cxn modelId="{072C5DF2-2F56-4ABA-A219-876BBBE053A0}" type="presOf" srcId="{9C7349CB-2474-4E79-8113-9A0EB712E0E5}" destId="{D243F528-3C93-42E9-B34F-2FF65AEE2D3A}" srcOrd="1" destOrd="0" presId="urn:microsoft.com/office/officeart/2005/8/layout/vList4"/>
    <dgm:cxn modelId="{1C96F2F8-890B-435B-91A5-953AFD7A7892}" type="presOf" srcId="{06728EB7-07E8-4136-AF16-C70967C9B449}" destId="{857AA783-07B3-4BA1-B874-1D907AEAADBF}" srcOrd="0" destOrd="0" presId="urn:microsoft.com/office/officeart/2005/8/layout/vList4"/>
    <dgm:cxn modelId="{7CCC61D5-6C42-41A3-A1B8-2B4AACF0FDC4}" type="presOf" srcId="{9C7349CB-2474-4E79-8113-9A0EB712E0E5}" destId="{3CF9B411-D0E3-413D-B2C1-5BB02873AA14}" srcOrd="0" destOrd="0" presId="urn:microsoft.com/office/officeart/2005/8/layout/vList4"/>
    <dgm:cxn modelId="{C56C0F09-83AC-48E4-B8ED-1331D26F9EF0}" type="presParOf" srcId="{857AA783-07B3-4BA1-B874-1D907AEAADBF}" destId="{B06566BA-6958-445A-A180-8A7EFF9647B0}" srcOrd="0" destOrd="0" presId="urn:microsoft.com/office/officeart/2005/8/layout/vList4"/>
    <dgm:cxn modelId="{B4267F8D-B62B-43CE-8986-B1B4CC344952}" type="presParOf" srcId="{B06566BA-6958-445A-A180-8A7EFF9647B0}" destId="{3CF9B411-D0E3-413D-B2C1-5BB02873AA14}" srcOrd="0" destOrd="0" presId="urn:microsoft.com/office/officeart/2005/8/layout/vList4"/>
    <dgm:cxn modelId="{3FC94ACB-2936-40EE-99C1-4BED723E8BC8}" type="presParOf" srcId="{B06566BA-6958-445A-A180-8A7EFF9647B0}" destId="{8D60A1D4-0559-4F99-B17B-D1AB6B0A68C2}" srcOrd="1" destOrd="0" presId="urn:microsoft.com/office/officeart/2005/8/layout/vList4"/>
    <dgm:cxn modelId="{390275DC-2445-4546-BC31-2FE47F18EF1A}" type="presParOf" srcId="{B06566BA-6958-445A-A180-8A7EFF9647B0}" destId="{D243F528-3C93-42E9-B34F-2FF65AEE2D3A}" srcOrd="2" destOrd="0" presId="urn:microsoft.com/office/officeart/2005/8/layout/vList4"/>
  </dgm:cxnLst>
  <dgm:bg/>
  <dgm:whole/>
</dgm:dataModel>
</file>

<file path=ppt/diagrams/data31.xml><?xml version="1.0" encoding="utf-8"?>
<dgm:dataModel xmlns:dgm="http://schemas.openxmlformats.org/drawingml/2006/diagram" xmlns:a="http://schemas.openxmlformats.org/drawingml/2006/main">
  <dgm:ptLst>
    <dgm:pt modelId="{10EBAE47-B8E4-47E5-AA7D-C1AC0A46DD59}" type="doc">
      <dgm:prSet loTypeId="urn:microsoft.com/office/officeart/2005/8/layout/vList4" loCatId="list" qsTypeId="urn:microsoft.com/office/officeart/2005/8/quickstyle/simple1" qsCatId="simple" csTypeId="urn:microsoft.com/office/officeart/2005/8/colors/colorful5" csCatId="colorful"/>
      <dgm:spPr/>
      <dgm:t>
        <a:bodyPr/>
        <a:lstStyle/>
        <a:p>
          <a:endParaRPr lang="fr-FR"/>
        </a:p>
      </dgm:t>
    </dgm:pt>
    <dgm:pt modelId="{EAD9BAE7-F895-4E04-832B-2216E2D6D750}">
      <dgm:prSet/>
      <dgm:spPr/>
      <dgm:t>
        <a:bodyPr/>
        <a:lstStyle/>
        <a:p>
          <a:pPr rtl="0"/>
          <a:r>
            <a:rPr lang="en-GB" b="1" dirty="0" smtClean="0"/>
            <a:t>More to Come</a:t>
          </a:r>
          <a:endParaRPr lang="fr-FR" b="1" dirty="0"/>
        </a:p>
      </dgm:t>
    </dgm:pt>
    <dgm:pt modelId="{4D941816-7328-4AEE-BF78-F2DD440611D5}" type="parTrans" cxnId="{AF23DF73-DF59-4BF5-9E75-E0157365AA83}">
      <dgm:prSet/>
      <dgm:spPr/>
      <dgm:t>
        <a:bodyPr/>
        <a:lstStyle/>
        <a:p>
          <a:endParaRPr lang="fr-FR"/>
        </a:p>
      </dgm:t>
    </dgm:pt>
    <dgm:pt modelId="{222C6CA6-E842-4823-8C52-E8B8984BDDB1}" type="sibTrans" cxnId="{AF23DF73-DF59-4BF5-9E75-E0157365AA83}">
      <dgm:prSet/>
      <dgm:spPr/>
      <dgm:t>
        <a:bodyPr/>
        <a:lstStyle/>
        <a:p>
          <a:endParaRPr lang="fr-FR"/>
        </a:p>
      </dgm:t>
    </dgm:pt>
    <dgm:pt modelId="{FB9DDF64-A8D4-4F7E-A5F5-D20F5DFD42FC}" type="pres">
      <dgm:prSet presAssocID="{10EBAE47-B8E4-47E5-AA7D-C1AC0A46DD59}" presName="linear" presStyleCnt="0">
        <dgm:presLayoutVars>
          <dgm:dir/>
          <dgm:resizeHandles val="exact"/>
        </dgm:presLayoutVars>
      </dgm:prSet>
      <dgm:spPr/>
      <dgm:t>
        <a:bodyPr/>
        <a:lstStyle/>
        <a:p>
          <a:endParaRPr lang="en-GB"/>
        </a:p>
      </dgm:t>
    </dgm:pt>
    <dgm:pt modelId="{C46E63DA-F847-4FCD-9836-63041BBE2919}" type="pres">
      <dgm:prSet presAssocID="{EAD9BAE7-F895-4E04-832B-2216E2D6D750}" presName="comp" presStyleCnt="0"/>
      <dgm:spPr/>
    </dgm:pt>
    <dgm:pt modelId="{DD99FACF-B121-4FA6-B728-184DB4D32453}" type="pres">
      <dgm:prSet presAssocID="{EAD9BAE7-F895-4E04-832B-2216E2D6D750}" presName="box" presStyleLbl="node1" presStyleIdx="0" presStyleCnt="1"/>
      <dgm:spPr/>
      <dgm:t>
        <a:bodyPr/>
        <a:lstStyle/>
        <a:p>
          <a:endParaRPr lang="en-GB"/>
        </a:p>
      </dgm:t>
    </dgm:pt>
    <dgm:pt modelId="{01C9DA1B-7F59-4531-85DA-9357FD4FF456}" type="pres">
      <dgm:prSet presAssocID="{EAD9BAE7-F895-4E04-832B-2216E2D6D750}" presName="img" presStyleLbl="fgImgPlace1" presStyleIdx="0" presStyleCnt="1"/>
      <dgm:spPr>
        <a:blipFill rotWithShape="0">
          <a:blip xmlns:r="http://schemas.openxmlformats.org/officeDocument/2006/relationships" r:embed="rId1"/>
          <a:stretch>
            <a:fillRect/>
          </a:stretch>
        </a:blipFill>
      </dgm:spPr>
    </dgm:pt>
    <dgm:pt modelId="{6C588EB3-256C-4AFC-BE54-600EEEF96A1A}" type="pres">
      <dgm:prSet presAssocID="{EAD9BAE7-F895-4E04-832B-2216E2D6D750}" presName="text" presStyleLbl="node1" presStyleIdx="0" presStyleCnt="1">
        <dgm:presLayoutVars>
          <dgm:bulletEnabled val="1"/>
        </dgm:presLayoutVars>
      </dgm:prSet>
      <dgm:spPr/>
      <dgm:t>
        <a:bodyPr/>
        <a:lstStyle/>
        <a:p>
          <a:endParaRPr lang="en-GB"/>
        </a:p>
      </dgm:t>
    </dgm:pt>
  </dgm:ptLst>
  <dgm:cxnLst>
    <dgm:cxn modelId="{DF364A34-9C85-4C66-B993-F89D7D8064AE}" type="presOf" srcId="{EAD9BAE7-F895-4E04-832B-2216E2D6D750}" destId="{6C588EB3-256C-4AFC-BE54-600EEEF96A1A}" srcOrd="1" destOrd="0" presId="urn:microsoft.com/office/officeart/2005/8/layout/vList4"/>
    <dgm:cxn modelId="{0B7487A9-439C-4526-B869-086C752AC39A}" type="presOf" srcId="{10EBAE47-B8E4-47E5-AA7D-C1AC0A46DD59}" destId="{FB9DDF64-A8D4-4F7E-A5F5-D20F5DFD42FC}" srcOrd="0" destOrd="0" presId="urn:microsoft.com/office/officeart/2005/8/layout/vList4"/>
    <dgm:cxn modelId="{671D4C95-BEB0-4F11-80BD-C7BA65A7411D}" type="presOf" srcId="{EAD9BAE7-F895-4E04-832B-2216E2D6D750}" destId="{DD99FACF-B121-4FA6-B728-184DB4D32453}" srcOrd="0" destOrd="0" presId="urn:microsoft.com/office/officeart/2005/8/layout/vList4"/>
    <dgm:cxn modelId="{AF23DF73-DF59-4BF5-9E75-E0157365AA83}" srcId="{10EBAE47-B8E4-47E5-AA7D-C1AC0A46DD59}" destId="{EAD9BAE7-F895-4E04-832B-2216E2D6D750}" srcOrd="0" destOrd="0" parTransId="{4D941816-7328-4AEE-BF78-F2DD440611D5}" sibTransId="{222C6CA6-E842-4823-8C52-E8B8984BDDB1}"/>
    <dgm:cxn modelId="{0C4B2427-1504-461D-85D8-086DB8AE3B63}" type="presParOf" srcId="{FB9DDF64-A8D4-4F7E-A5F5-D20F5DFD42FC}" destId="{C46E63DA-F847-4FCD-9836-63041BBE2919}" srcOrd="0" destOrd="0" presId="urn:microsoft.com/office/officeart/2005/8/layout/vList4"/>
    <dgm:cxn modelId="{886D1370-FAA4-49AD-AF94-C89B476CAF62}" type="presParOf" srcId="{C46E63DA-F847-4FCD-9836-63041BBE2919}" destId="{DD99FACF-B121-4FA6-B728-184DB4D32453}" srcOrd="0" destOrd="0" presId="urn:microsoft.com/office/officeart/2005/8/layout/vList4"/>
    <dgm:cxn modelId="{8092D8BD-5168-4B20-A248-DD04E799AC62}" type="presParOf" srcId="{C46E63DA-F847-4FCD-9836-63041BBE2919}" destId="{01C9DA1B-7F59-4531-85DA-9357FD4FF456}" srcOrd="1" destOrd="0" presId="urn:microsoft.com/office/officeart/2005/8/layout/vList4"/>
    <dgm:cxn modelId="{A2AE1E71-3793-48DB-A59A-DA11A3F7F942}" type="presParOf" srcId="{C46E63DA-F847-4FCD-9836-63041BBE2919}" destId="{6C588EB3-256C-4AFC-BE54-600EEEF96A1A}" srcOrd="2" destOrd="0" presId="urn:microsoft.com/office/officeart/2005/8/layout/vList4"/>
  </dgm:cxnLst>
  <dgm:bg/>
  <dgm:whole/>
</dgm:dataModel>
</file>

<file path=ppt/diagrams/data32.xml><?xml version="1.0" encoding="utf-8"?>
<dgm:dataModel xmlns:dgm="http://schemas.openxmlformats.org/drawingml/2006/diagram" xmlns:a="http://schemas.openxmlformats.org/drawingml/2006/main">
  <dgm:ptLst>
    <dgm:pt modelId="{A6C6BCED-5959-4F3F-8839-63180109061E}" type="doc">
      <dgm:prSet loTypeId="urn:microsoft.com/office/officeart/2005/8/layout/vList3" loCatId="list" qsTypeId="urn:microsoft.com/office/officeart/2005/8/quickstyle/3d3" qsCatId="3D" csTypeId="urn:microsoft.com/office/officeart/2005/8/colors/accent2_5" csCatId="accent2" phldr="1"/>
      <dgm:spPr/>
      <dgm:t>
        <a:bodyPr/>
        <a:lstStyle/>
        <a:p>
          <a:endParaRPr lang="fr-FR"/>
        </a:p>
      </dgm:t>
    </dgm:pt>
    <dgm:pt modelId="{B5E36A0A-4FFF-40BE-950D-79C4DBF6E4CC}">
      <dgm:prSet custT="1"/>
      <dgm:spPr/>
      <dgm:t>
        <a:bodyPr/>
        <a:lstStyle/>
        <a:p>
          <a:pPr rtl="0"/>
          <a:endParaRPr lang="en-GB" sz="1600" b="1" dirty="0" smtClean="0"/>
        </a:p>
        <a:p>
          <a:pPr rtl="0"/>
          <a:r>
            <a:rPr lang="en-GB" sz="4800" b="1" dirty="0" smtClean="0"/>
            <a:t>CONCLUSION</a:t>
          </a:r>
          <a:r>
            <a:rPr lang="fr-FR" sz="4800" b="1" dirty="0" smtClean="0"/>
            <a:t/>
          </a:r>
          <a:br>
            <a:rPr lang="fr-FR" sz="4800" b="1" dirty="0" smtClean="0"/>
          </a:br>
          <a:endParaRPr lang="fr-FR" sz="4800" dirty="0"/>
        </a:p>
      </dgm:t>
    </dgm:pt>
    <dgm:pt modelId="{8650E46B-DAE5-4642-B0B8-7696AC8B2928}" type="parTrans" cxnId="{DB68E155-4464-4CB6-A230-FD9E5EAB610C}">
      <dgm:prSet/>
      <dgm:spPr/>
      <dgm:t>
        <a:bodyPr/>
        <a:lstStyle/>
        <a:p>
          <a:endParaRPr lang="fr-FR"/>
        </a:p>
      </dgm:t>
    </dgm:pt>
    <dgm:pt modelId="{0D81962D-D3B3-4B1B-9564-707568A1C9EB}" type="sibTrans" cxnId="{DB68E155-4464-4CB6-A230-FD9E5EAB610C}">
      <dgm:prSet/>
      <dgm:spPr/>
      <dgm:t>
        <a:bodyPr/>
        <a:lstStyle/>
        <a:p>
          <a:endParaRPr lang="fr-FR"/>
        </a:p>
      </dgm:t>
    </dgm:pt>
    <dgm:pt modelId="{C8AC16C2-97A8-4EAD-938F-2B7EBECB75D3}" type="pres">
      <dgm:prSet presAssocID="{A6C6BCED-5959-4F3F-8839-63180109061E}" presName="linearFlow" presStyleCnt="0">
        <dgm:presLayoutVars>
          <dgm:dir/>
          <dgm:resizeHandles val="exact"/>
        </dgm:presLayoutVars>
      </dgm:prSet>
      <dgm:spPr/>
      <dgm:t>
        <a:bodyPr/>
        <a:lstStyle/>
        <a:p>
          <a:endParaRPr lang="en-GB"/>
        </a:p>
      </dgm:t>
    </dgm:pt>
    <dgm:pt modelId="{2B14A6CE-6765-40FB-BD16-B595EC343447}" type="pres">
      <dgm:prSet presAssocID="{B5E36A0A-4FFF-40BE-950D-79C4DBF6E4CC}" presName="composite" presStyleCnt="0"/>
      <dgm:spPr/>
    </dgm:pt>
    <dgm:pt modelId="{48625CF9-2532-49C0-BFF2-2F7734B96CCD}" type="pres">
      <dgm:prSet presAssocID="{B5E36A0A-4FFF-40BE-950D-79C4DBF6E4CC}" presName="imgShp" presStyleLbl="fgImgPlace1" presStyleIdx="0" presStyleCnt="1"/>
      <dgm:spPr>
        <a:blipFill rotWithShape="0">
          <a:blip xmlns:r="http://schemas.openxmlformats.org/officeDocument/2006/relationships" r:embed="rId1"/>
          <a:stretch>
            <a:fillRect/>
          </a:stretch>
        </a:blipFill>
      </dgm:spPr>
    </dgm:pt>
    <dgm:pt modelId="{CBF5BFCD-FC04-4D22-9856-2EA966EE5751}" type="pres">
      <dgm:prSet presAssocID="{B5E36A0A-4FFF-40BE-950D-79C4DBF6E4CC}" presName="txShp" presStyleLbl="node1" presStyleIdx="0" presStyleCnt="1">
        <dgm:presLayoutVars>
          <dgm:bulletEnabled val="1"/>
        </dgm:presLayoutVars>
      </dgm:prSet>
      <dgm:spPr/>
      <dgm:t>
        <a:bodyPr/>
        <a:lstStyle/>
        <a:p>
          <a:endParaRPr lang="fr-FR"/>
        </a:p>
      </dgm:t>
    </dgm:pt>
  </dgm:ptLst>
  <dgm:cxnLst>
    <dgm:cxn modelId="{E2BEFC06-45A7-4973-BBB6-2802AF3AEFC1}" type="presOf" srcId="{B5E36A0A-4FFF-40BE-950D-79C4DBF6E4CC}" destId="{CBF5BFCD-FC04-4D22-9856-2EA966EE5751}" srcOrd="0" destOrd="0" presId="urn:microsoft.com/office/officeart/2005/8/layout/vList3"/>
    <dgm:cxn modelId="{FECCE97D-0F7F-46B8-A1F4-285205EB954C}" type="presOf" srcId="{A6C6BCED-5959-4F3F-8839-63180109061E}" destId="{C8AC16C2-97A8-4EAD-938F-2B7EBECB75D3}" srcOrd="0" destOrd="0" presId="urn:microsoft.com/office/officeart/2005/8/layout/vList3"/>
    <dgm:cxn modelId="{DB68E155-4464-4CB6-A230-FD9E5EAB610C}" srcId="{A6C6BCED-5959-4F3F-8839-63180109061E}" destId="{B5E36A0A-4FFF-40BE-950D-79C4DBF6E4CC}" srcOrd="0" destOrd="0" parTransId="{8650E46B-DAE5-4642-B0B8-7696AC8B2928}" sibTransId="{0D81962D-D3B3-4B1B-9564-707568A1C9EB}"/>
    <dgm:cxn modelId="{F230DD4F-6CF5-4CB8-9CEF-A1813A1637D7}" type="presParOf" srcId="{C8AC16C2-97A8-4EAD-938F-2B7EBECB75D3}" destId="{2B14A6CE-6765-40FB-BD16-B595EC343447}" srcOrd="0" destOrd="0" presId="urn:microsoft.com/office/officeart/2005/8/layout/vList3"/>
    <dgm:cxn modelId="{BBD0AA64-E074-447D-81EF-7EE9D987C326}" type="presParOf" srcId="{2B14A6CE-6765-40FB-BD16-B595EC343447}" destId="{48625CF9-2532-49C0-BFF2-2F7734B96CCD}" srcOrd="0" destOrd="0" presId="urn:microsoft.com/office/officeart/2005/8/layout/vList3"/>
    <dgm:cxn modelId="{F898780A-CDEB-4D5E-BE37-87D48B62107E}" type="presParOf" srcId="{2B14A6CE-6765-40FB-BD16-B595EC343447}" destId="{CBF5BFCD-FC04-4D22-9856-2EA966EE5751}" srcOrd="1" destOrd="0" presId="urn:microsoft.com/office/officeart/2005/8/layout/vList3"/>
  </dgm:cxnLst>
  <dgm:bg/>
  <dgm:whole/>
</dgm:dataModel>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9.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C80D80A-F300-494A-9CB7-FE2CE7220CE2}" type="datetimeFigureOut">
              <a:rPr lang="fr-FR" smtClean="0"/>
              <a:pPr/>
              <a:t>01/02/2016</a:t>
            </a:fld>
            <a:endParaRPr lang="fr-F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fr-F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4835F333-1E86-4CDF-B152-BC7F25442929}"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5" name="Footer Placeholder 4"/>
          <p:cNvSpPr>
            <a:spLocks noGrp="1"/>
          </p:cNvSpPr>
          <p:nvPr>
            <p:ph type="ftr" sz="quarter" idx="11"/>
          </p:nvPr>
        </p:nvSpPr>
        <p:spPr/>
        <p:txBody>
          <a:bodyPr/>
          <a:lstStyle>
            <a:extLst/>
          </a:lstStyle>
          <a:p>
            <a:endParaRPr lang="fr-FR"/>
          </a:p>
        </p:txBody>
      </p:sp>
      <p:sp>
        <p:nvSpPr>
          <p:cNvPr id="6" name="Slide Number Placeholder 5"/>
          <p:cNvSpPr>
            <a:spLocks noGrp="1"/>
          </p:cNvSpPr>
          <p:nvPr>
            <p:ph type="sldNum" sz="quarter" idx="12"/>
          </p:nvPr>
        </p:nvSpPr>
        <p:spPr/>
        <p:txBody>
          <a:bodyPr/>
          <a:lstStyle>
            <a:extLst/>
          </a:lstStyle>
          <a:p>
            <a:fld id="{4835F333-1E86-4CDF-B152-BC7F25442929}" type="slidenum">
              <a:rPr lang="fr-FR" smtClean="0"/>
              <a:pPr/>
              <a:t>‹#›</a:t>
            </a:fld>
            <a:endParaRPr lang="fr-FR"/>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5" name="Footer Placeholder 4"/>
          <p:cNvSpPr>
            <a:spLocks noGrp="1"/>
          </p:cNvSpPr>
          <p:nvPr>
            <p:ph type="ftr" sz="quarter" idx="11"/>
          </p:nvPr>
        </p:nvSpPr>
        <p:spPr/>
        <p:txBody>
          <a:bodyPr/>
          <a:lstStyle>
            <a:extLst/>
          </a:lstStyle>
          <a:p>
            <a:endParaRPr lang="fr-FR"/>
          </a:p>
        </p:txBody>
      </p:sp>
      <p:sp>
        <p:nvSpPr>
          <p:cNvPr id="6" name="Slide Number Placeholder 5"/>
          <p:cNvSpPr>
            <a:spLocks noGrp="1"/>
          </p:cNvSpPr>
          <p:nvPr>
            <p:ph type="sldNum" sz="quarter" idx="12"/>
          </p:nvPr>
        </p:nvSpPr>
        <p:spPr/>
        <p:txBody>
          <a:bodyPr/>
          <a:lstStyle>
            <a:extLst/>
          </a:lstStyle>
          <a:p>
            <a:fld id="{4835F333-1E86-4CDF-B152-BC7F25442929}" type="slidenum">
              <a:rPr lang="fr-FR" smtClean="0"/>
              <a:pPr/>
              <a:t>‹#›</a:t>
            </a:fld>
            <a:endParaRPr lang="fr-F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6" name="Footer Placeholder 5"/>
          <p:cNvSpPr>
            <a:spLocks noGrp="1"/>
          </p:cNvSpPr>
          <p:nvPr>
            <p:ph type="ftr" sz="quarter" idx="11"/>
          </p:nvPr>
        </p:nvSpPr>
        <p:spPr/>
        <p:txBody>
          <a:bodyPr/>
          <a:lstStyle>
            <a:extLst/>
          </a:lstStyle>
          <a:p>
            <a:endParaRPr lang="fr-FR"/>
          </a:p>
        </p:txBody>
      </p:sp>
      <p:sp>
        <p:nvSpPr>
          <p:cNvPr id="7" name="Slide Number Placeholder 6"/>
          <p:cNvSpPr>
            <a:spLocks noGrp="1"/>
          </p:cNvSpPr>
          <p:nvPr>
            <p:ph type="sldNum" sz="quarter" idx="12"/>
          </p:nvPr>
        </p:nvSpPr>
        <p:spPr/>
        <p:txBody>
          <a:bodyPr/>
          <a:lstStyle>
            <a:extLst/>
          </a:lstStyle>
          <a:p>
            <a:fld id="{4835F333-1E86-4CDF-B152-BC7F25442929}" type="slidenum">
              <a:rPr lang="fr-FR" smtClean="0"/>
              <a:pPr/>
              <a:t>‹#›</a:t>
            </a:fld>
            <a:endParaRPr lang="fr-FR"/>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8" name="Footer Placeholder 7"/>
          <p:cNvSpPr>
            <a:spLocks noGrp="1"/>
          </p:cNvSpPr>
          <p:nvPr>
            <p:ph type="ftr" sz="quarter" idx="11"/>
          </p:nvPr>
        </p:nvSpPr>
        <p:spPr/>
        <p:txBody>
          <a:bodyPr/>
          <a:lstStyle>
            <a:extLst/>
          </a:lstStyle>
          <a:p>
            <a:endParaRPr lang="fr-FR"/>
          </a:p>
        </p:txBody>
      </p:sp>
      <p:sp>
        <p:nvSpPr>
          <p:cNvPr id="9" name="Slide Number Placeholder 8"/>
          <p:cNvSpPr>
            <a:spLocks noGrp="1"/>
          </p:cNvSpPr>
          <p:nvPr>
            <p:ph type="sldNum" sz="quarter" idx="12"/>
          </p:nvPr>
        </p:nvSpPr>
        <p:spPr/>
        <p:txBody>
          <a:bodyPr/>
          <a:lstStyle>
            <a:extLst/>
          </a:lstStyle>
          <a:p>
            <a:fld id="{4835F333-1E86-4CDF-B152-BC7F25442929}" type="slidenum">
              <a:rPr lang="fr-FR" smtClean="0"/>
              <a:pPr/>
              <a:t>‹#›</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4" name="Footer Placeholder 3"/>
          <p:cNvSpPr>
            <a:spLocks noGrp="1"/>
          </p:cNvSpPr>
          <p:nvPr>
            <p:ph type="ftr" sz="quarter" idx="11"/>
          </p:nvPr>
        </p:nvSpPr>
        <p:spPr/>
        <p:txBody>
          <a:bodyPr/>
          <a:lstStyle>
            <a:extLst/>
          </a:lstStyle>
          <a:p>
            <a:endParaRPr lang="fr-FR"/>
          </a:p>
        </p:txBody>
      </p:sp>
      <p:sp>
        <p:nvSpPr>
          <p:cNvPr id="5" name="Slide Number Placeholder 4"/>
          <p:cNvSpPr>
            <a:spLocks noGrp="1"/>
          </p:cNvSpPr>
          <p:nvPr>
            <p:ph type="sldNum" sz="quarter" idx="12"/>
          </p:nvPr>
        </p:nvSpPr>
        <p:spPr/>
        <p:txBody>
          <a:bodyPr/>
          <a:lstStyle>
            <a:extLst/>
          </a:lstStyle>
          <a:p>
            <a:fld id="{4835F333-1E86-4CDF-B152-BC7F25442929}" type="slidenum">
              <a:rPr lang="fr-FR" smtClean="0"/>
              <a:pPr/>
              <a:t>‹#›</a:t>
            </a:fld>
            <a:endParaRPr lang="fr-FR"/>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3" name="Footer Placeholder 2"/>
          <p:cNvSpPr>
            <a:spLocks noGrp="1"/>
          </p:cNvSpPr>
          <p:nvPr>
            <p:ph type="ftr" sz="quarter" idx="11"/>
          </p:nvPr>
        </p:nvSpPr>
        <p:spPr/>
        <p:txBody>
          <a:bodyPr/>
          <a:lstStyle>
            <a:extLst/>
          </a:lstStyle>
          <a:p>
            <a:endParaRPr lang="fr-FR"/>
          </a:p>
        </p:txBody>
      </p:sp>
      <p:sp>
        <p:nvSpPr>
          <p:cNvPr id="4" name="Slide Number Placeholder 3"/>
          <p:cNvSpPr>
            <a:spLocks noGrp="1"/>
          </p:cNvSpPr>
          <p:nvPr>
            <p:ph type="sldNum" sz="quarter" idx="12"/>
          </p:nvPr>
        </p:nvSpPr>
        <p:spPr/>
        <p:txBody>
          <a:bodyPr/>
          <a:lstStyle>
            <a:extLst/>
          </a:lstStyle>
          <a:p>
            <a:fld id="{4835F333-1E86-4CDF-B152-BC7F25442929}"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C80D80A-F300-494A-9CB7-FE2CE7220CE2}" type="datetimeFigureOut">
              <a:rPr lang="fr-FR" smtClean="0"/>
              <a:pPr/>
              <a:t>01/02/2016</a:t>
            </a:fld>
            <a:endParaRPr lang="fr-FR"/>
          </a:p>
        </p:txBody>
      </p:sp>
      <p:sp>
        <p:nvSpPr>
          <p:cNvPr id="6" name="Footer Placeholder 5"/>
          <p:cNvSpPr>
            <a:spLocks noGrp="1"/>
          </p:cNvSpPr>
          <p:nvPr>
            <p:ph type="ftr" sz="quarter" idx="11"/>
          </p:nvPr>
        </p:nvSpPr>
        <p:spPr/>
        <p:txBody>
          <a:bodyPr/>
          <a:lstStyle>
            <a:extLst/>
          </a:lstStyle>
          <a:p>
            <a:endParaRPr lang="fr-FR"/>
          </a:p>
        </p:txBody>
      </p:sp>
      <p:sp>
        <p:nvSpPr>
          <p:cNvPr id="7" name="Slide Number Placeholder 6"/>
          <p:cNvSpPr>
            <a:spLocks noGrp="1"/>
          </p:cNvSpPr>
          <p:nvPr>
            <p:ph type="sldNum" sz="quarter" idx="12"/>
          </p:nvPr>
        </p:nvSpPr>
        <p:spPr/>
        <p:txBody>
          <a:bodyPr/>
          <a:lstStyle>
            <a:extLst/>
          </a:lstStyle>
          <a:p>
            <a:fld id="{4835F333-1E86-4CDF-B152-BC7F25442929}" type="slidenum">
              <a:rPr lang="fr-FR" smtClean="0"/>
              <a:pPr/>
              <a:t>‹#›</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C80D80A-F300-494A-9CB7-FE2CE7220CE2}" type="datetimeFigureOut">
              <a:rPr lang="fr-FR" smtClean="0"/>
              <a:pPr/>
              <a:t>01/02/2016</a:t>
            </a:fld>
            <a:endParaRPr lang="fr-F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fr-F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4835F333-1E86-4CDF-B152-BC7F25442929}" type="slidenum">
              <a:rPr lang="fr-FR" smtClean="0"/>
              <a:pPr/>
              <a:t>‹#›</a:t>
            </a:fld>
            <a:endParaRPr lang="fr-F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5" name="Footer Placeholder 4"/>
          <p:cNvSpPr>
            <a:spLocks noGrp="1"/>
          </p:cNvSpPr>
          <p:nvPr>
            <p:ph type="ftr" sz="quarter" idx="11"/>
          </p:nvPr>
        </p:nvSpPr>
        <p:spPr/>
        <p:txBody>
          <a:bodyPr/>
          <a:lstStyle>
            <a:extLst/>
          </a:lstStyle>
          <a:p>
            <a:endParaRPr lang="fr-FR"/>
          </a:p>
        </p:txBody>
      </p:sp>
      <p:sp>
        <p:nvSpPr>
          <p:cNvPr id="6" name="Slide Number Placeholder 5"/>
          <p:cNvSpPr>
            <a:spLocks noGrp="1"/>
          </p:cNvSpPr>
          <p:nvPr>
            <p:ph type="sldNum" sz="quarter" idx="12"/>
          </p:nvPr>
        </p:nvSpPr>
        <p:spPr/>
        <p:txBody>
          <a:bodyPr/>
          <a:lstStyle>
            <a:extLst/>
          </a:lstStyle>
          <a:p>
            <a:fld id="{4835F333-1E86-4CDF-B152-BC7F25442929}"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80D80A-F300-494A-9CB7-FE2CE7220CE2}" type="datetimeFigureOut">
              <a:rPr lang="fr-FR" smtClean="0"/>
              <a:pPr/>
              <a:t>01/02/2016</a:t>
            </a:fld>
            <a:endParaRPr lang="fr-FR"/>
          </a:p>
        </p:txBody>
      </p:sp>
      <p:sp>
        <p:nvSpPr>
          <p:cNvPr id="5" name="Footer Placeholder 4"/>
          <p:cNvSpPr>
            <a:spLocks noGrp="1"/>
          </p:cNvSpPr>
          <p:nvPr>
            <p:ph type="ftr" sz="quarter" idx="11"/>
          </p:nvPr>
        </p:nvSpPr>
        <p:spPr/>
        <p:txBody>
          <a:bodyPr/>
          <a:lstStyle>
            <a:extLst/>
          </a:lstStyle>
          <a:p>
            <a:endParaRPr lang="fr-FR"/>
          </a:p>
        </p:txBody>
      </p:sp>
      <p:sp>
        <p:nvSpPr>
          <p:cNvPr id="6" name="Slide Number Placeholder 5"/>
          <p:cNvSpPr>
            <a:spLocks noGrp="1"/>
          </p:cNvSpPr>
          <p:nvPr>
            <p:ph type="sldNum" sz="quarter" idx="12"/>
          </p:nvPr>
        </p:nvSpPr>
        <p:spPr/>
        <p:txBody>
          <a:bodyPr/>
          <a:lstStyle>
            <a:extLst/>
          </a:lstStyle>
          <a:p>
            <a:fld id="{4835F333-1E86-4CDF-B152-BC7F25442929}"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C80D80A-F300-494A-9CB7-FE2CE7220CE2}" type="datetimeFigureOut">
              <a:rPr lang="fr-FR" smtClean="0"/>
              <a:pPr/>
              <a:t>01/02/2016</a:t>
            </a:fld>
            <a:endParaRPr lang="fr-F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fr-F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835F333-1E86-4CDF-B152-BC7F25442929}"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openxmlformats.org/officeDocument/2006/relationships/image" Target="../media/image5.jpeg"/><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17.xml"/><Relationship Id="rId3" Type="http://schemas.openxmlformats.org/officeDocument/2006/relationships/diagramLayout" Target="../diagrams/layout16.xml"/><Relationship Id="rId7" Type="http://schemas.openxmlformats.org/officeDocument/2006/relationships/diagramLayout" Target="../diagrams/layout17.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openxmlformats.org/officeDocument/2006/relationships/diagramData" Target="../diagrams/data17.xml"/><Relationship Id="rId5" Type="http://schemas.openxmlformats.org/officeDocument/2006/relationships/diagramColors" Target="../diagrams/colors16.xml"/><Relationship Id="rId4" Type="http://schemas.openxmlformats.org/officeDocument/2006/relationships/diagramQuickStyle" Target="../diagrams/quickStyle16.xml"/><Relationship Id="rId9" Type="http://schemas.openxmlformats.org/officeDocument/2006/relationships/diagramColors" Target="../diagrams/colors17.xml"/></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19.xml"/><Relationship Id="rId3" Type="http://schemas.openxmlformats.org/officeDocument/2006/relationships/diagramLayout" Target="../diagrams/layout18.xml"/><Relationship Id="rId7" Type="http://schemas.openxmlformats.org/officeDocument/2006/relationships/diagramLayout" Target="../diagrams/layout19.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openxmlformats.org/officeDocument/2006/relationships/diagramData" Target="../diagrams/data19.xml"/><Relationship Id="rId5" Type="http://schemas.openxmlformats.org/officeDocument/2006/relationships/diagramColors" Target="../diagrams/colors18.xml"/><Relationship Id="rId4" Type="http://schemas.openxmlformats.org/officeDocument/2006/relationships/diagramQuickStyle" Target="../diagrams/quickStyle18.xml"/><Relationship Id="rId9" Type="http://schemas.openxmlformats.org/officeDocument/2006/relationships/diagramColors" Target="../diagrams/colors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8.xml.rels><?xml version="1.0" encoding="UTF-8" standalone="yes"?>
<Relationships xmlns="http://schemas.openxmlformats.org/package/2006/relationships"><Relationship Id="rId8" Type="http://schemas.openxmlformats.org/officeDocument/2006/relationships/diagramQuickStyle" Target="../diagrams/quickStyle28.xml"/><Relationship Id="rId3" Type="http://schemas.openxmlformats.org/officeDocument/2006/relationships/diagramLayout" Target="../diagrams/layout27.xml"/><Relationship Id="rId7" Type="http://schemas.openxmlformats.org/officeDocument/2006/relationships/diagramLayout" Target="../diagrams/layout28.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openxmlformats.org/officeDocument/2006/relationships/diagramData" Target="../diagrams/data28.xml"/><Relationship Id="rId5" Type="http://schemas.openxmlformats.org/officeDocument/2006/relationships/diagramColors" Target="../diagrams/colors27.xml"/><Relationship Id="rId4" Type="http://schemas.openxmlformats.org/officeDocument/2006/relationships/diagramQuickStyle" Target="../diagrams/quickStyle27.xml"/><Relationship Id="rId9" Type="http://schemas.openxmlformats.org/officeDocument/2006/relationships/diagramColors" Target="../diagrams/colors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1.jpeg"/><Relationship Id="rId1" Type="http://schemas.openxmlformats.org/officeDocument/2006/relationships/slideLayout" Target="../slideLayouts/slideLayout5.xml"/><Relationship Id="rId4" Type="http://schemas.openxmlformats.org/officeDocument/2006/relationships/image" Target="../media/image32.jpeg"/></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nvGraphicFramePr>
        <p:xfrm>
          <a:off x="457200" y="274638"/>
          <a:ext cx="8472518" cy="1511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idx="1"/>
          </p:nvPr>
        </p:nvSpPr>
        <p:spPr>
          <a:xfrm>
            <a:off x="457200" y="2071678"/>
            <a:ext cx="8229600" cy="4500594"/>
          </a:xfrm>
          <a:scene3d>
            <a:camera prst="isometricTopDown" fov="0">
              <a:rot lat="0" lon="0" rev="0"/>
            </a:camera>
            <a:lightRig rig="balanced" dir="t">
              <a:rot lat="0" lon="0" rev="13800000"/>
            </a:lightRig>
          </a:scene3d>
          <a:sp3d extrusionH="12700" prstMaterial="plastic">
            <a:bevelT w="38100" h="25400" prst="riblet"/>
            <a:contourClr>
              <a:schemeClr val="accent2"/>
            </a:contourClr>
          </a:sp3d>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buNone/>
            </a:pPr>
            <a:endParaRPr lang="fr-FR" dirty="0"/>
          </a:p>
          <a:p>
            <a:pPr algn="ctr">
              <a:buNone/>
            </a:pPr>
            <a:r>
              <a:rPr lang="en-GB" sz="4400" b="1" dirty="0"/>
              <a:t>A MEMORANDUM SUBMITTED TO THE ACADEMIC SUMMIT COMMITTEE ON THE CURRENT CHALLENGES CONFRONTING THE UNIVERSITY LIBRARY.</a:t>
            </a:r>
            <a:endParaRPr lang="fr-FR" sz="4400" dirty="0"/>
          </a:p>
          <a:p>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GB" dirty="0"/>
              <a:t>The Ekiti State University Library was opened to readers in March, 1983.  </a:t>
            </a:r>
            <a:endParaRPr lang="en-GB" dirty="0" smtClean="0"/>
          </a:p>
          <a:p>
            <a:r>
              <a:rPr lang="en-GB" dirty="0" smtClean="0"/>
              <a:t>The </a:t>
            </a:r>
            <a:r>
              <a:rPr lang="en-GB" dirty="0"/>
              <a:t>initial Library building which was originally conceived for 350 readers was later extended to enable it to accommodate 750 readers and at the same time, house more facilities.  </a:t>
            </a:r>
            <a:endParaRPr lang="en-GB" dirty="0" smtClean="0"/>
          </a:p>
          <a:p>
            <a:r>
              <a:rPr lang="en-GB" dirty="0" smtClean="0"/>
              <a:t>It </a:t>
            </a:r>
            <a:r>
              <a:rPr lang="en-GB" dirty="0"/>
              <a:t>was designed to accommodate 750,000 volumes of books and periodical titles, government documents and other ephemerals.</a:t>
            </a:r>
            <a:endParaRPr lang="fr-FR" dirty="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GB" dirty="0"/>
              <a:t>Due to the upsurge in the population of students in the years that followed, a three-floor Library with four wings was therefore designed to accommodate 3500 students and to be constructed in three phases.  </a:t>
            </a:r>
            <a:endParaRPr lang="en-GB" dirty="0" smtClean="0"/>
          </a:p>
          <a:p>
            <a:r>
              <a:rPr lang="en-GB" dirty="0" smtClean="0"/>
              <a:t>The </a:t>
            </a:r>
            <a:r>
              <a:rPr lang="en-GB" dirty="0"/>
              <a:t>first phase of the Library was completed and movement of books and shelves was done in 2007.  </a:t>
            </a:r>
            <a:endParaRPr lang="en-GB" dirty="0" smtClean="0"/>
          </a:p>
          <a:p>
            <a:r>
              <a:rPr lang="en-GB" dirty="0" smtClean="0"/>
              <a:t>The </a:t>
            </a:r>
            <a:r>
              <a:rPr lang="en-GB" dirty="0"/>
              <a:t>completed phase 1 of the Library has capacity for 1,000 students and 134,759 volumes of books including journals, government documents and other periodical tittles.</a:t>
            </a:r>
            <a:endParaRPr lang="fr-FR" dirty="0"/>
          </a:p>
          <a:p>
            <a:endParaRPr lang="fr-FR" dirty="0"/>
          </a:p>
        </p:txBody>
      </p:sp>
      <p:sp>
        <p:nvSpPr>
          <p:cNvPr id="2" name="Title 1"/>
          <p:cNvSpPr>
            <a:spLocks noGrp="1"/>
          </p:cNvSpPr>
          <p:nvPr>
            <p:ph type="title"/>
          </p:nvPr>
        </p:nvSpPr>
        <p:spPr>
          <a:xfrm>
            <a:off x="457200" y="274638"/>
            <a:ext cx="5400684" cy="939784"/>
          </a:xfrm>
        </p:spPr>
        <p:style>
          <a:lnRef idx="2">
            <a:schemeClr val="accent2">
              <a:shade val="50000"/>
            </a:schemeClr>
          </a:lnRef>
          <a:fillRef idx="1">
            <a:schemeClr val="accent2"/>
          </a:fillRef>
          <a:effectRef idx="0">
            <a:schemeClr val="accent2"/>
          </a:effectRef>
          <a:fontRef idx="minor">
            <a:schemeClr val="lt1"/>
          </a:fontRef>
        </p:style>
        <p:txBody>
          <a:bodyPr/>
          <a:lstStyle/>
          <a:p>
            <a:r>
              <a:rPr lang="en-GB" dirty="0" smtClean="0"/>
              <a:t>Introduction Contd.</a:t>
            </a:r>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457200" y="273050"/>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descr="BD.jpg"/>
          <p:cNvPicPr>
            <a:picLocks noGrp="1" noChangeAspect="1"/>
          </p:cNvPicPr>
          <p:nvPr>
            <p:ph sz="quarter" idx="2"/>
          </p:nvPr>
        </p:nvPicPr>
        <p:blipFill>
          <a:blip r:embed="rId6" cstate="print"/>
          <a:stretch>
            <a:fillRect/>
          </a:stretch>
        </p:blipFill>
        <p:spPr>
          <a:xfrm>
            <a:off x="214282" y="1571611"/>
            <a:ext cx="4857784" cy="5141357"/>
          </a:xfrm>
        </p:spPr>
      </p:pic>
      <p:sp>
        <p:nvSpPr>
          <p:cNvPr id="6" name="Content Placeholder 5"/>
          <p:cNvSpPr>
            <a:spLocks noGrp="1"/>
          </p:cNvSpPr>
          <p:nvPr>
            <p:ph sz="quarter" idx="4"/>
          </p:nvPr>
        </p:nvSpPr>
        <p:spPr>
          <a:xfrm>
            <a:off x="5143504" y="1444294"/>
            <a:ext cx="4000496" cy="4770788"/>
          </a:xfrm>
        </p:spPr>
        <p:txBody>
          <a:bodyPr>
            <a:normAutofit fontScale="92500"/>
          </a:bodyPr>
          <a:lstStyle/>
          <a:p>
            <a:endParaRPr lang="en-GB" sz="3600" dirty="0" smtClean="0"/>
          </a:p>
          <a:p>
            <a:r>
              <a:rPr lang="en-GB" sz="3600" dirty="0" smtClean="0"/>
              <a:t>The Library Building has been remodelled into a classical building which is very attractive to behold.</a:t>
            </a:r>
            <a:endParaRPr lang="fr-FR" sz="3600" dirty="0" smtClean="0"/>
          </a:p>
          <a:p>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805192"/>
          </a:xfrm>
        </p:spPr>
        <p:txBody>
          <a:bodyPr>
            <a:normAutofit fontScale="92500" lnSpcReduction="10000"/>
          </a:bodyPr>
          <a:lstStyle/>
          <a:p>
            <a:r>
              <a:rPr lang="en-GB" dirty="0" smtClean="0"/>
              <a:t>In </a:t>
            </a:r>
            <a:r>
              <a:rPr lang="en-GB" dirty="0"/>
              <a:t>order to bring Library Services to the door steps of the students, and staff emphasis is now placed on Faculty Libraries and </a:t>
            </a:r>
            <a:endParaRPr lang="en-GB" dirty="0" smtClean="0"/>
          </a:p>
          <a:p>
            <a:r>
              <a:rPr lang="en-GB" dirty="0" smtClean="0"/>
              <a:t>Following </a:t>
            </a:r>
            <a:r>
              <a:rPr lang="en-GB" dirty="0"/>
              <a:t>Libraries are functional in the </a:t>
            </a:r>
            <a:r>
              <a:rPr lang="en-GB" dirty="0" smtClean="0"/>
              <a:t>University:</a:t>
            </a:r>
            <a:endParaRPr lang="fr-FR" dirty="0"/>
          </a:p>
          <a:p>
            <a:pPr lvl="0"/>
            <a:r>
              <a:rPr lang="en-GB" dirty="0" smtClean="0"/>
              <a:t>Main </a:t>
            </a:r>
            <a:r>
              <a:rPr lang="en-GB" dirty="0"/>
              <a:t>Library</a:t>
            </a:r>
            <a:endParaRPr lang="fr-FR" dirty="0"/>
          </a:p>
          <a:p>
            <a:pPr lvl="0"/>
            <a:r>
              <a:rPr lang="en-GB" dirty="0"/>
              <a:t>Agricultural Science Library</a:t>
            </a:r>
            <a:endParaRPr lang="fr-FR" dirty="0"/>
          </a:p>
          <a:p>
            <a:pPr lvl="0"/>
            <a:r>
              <a:rPr lang="en-GB" dirty="0"/>
              <a:t>Education Library</a:t>
            </a:r>
            <a:endParaRPr lang="fr-FR" dirty="0"/>
          </a:p>
          <a:p>
            <a:pPr lvl="0"/>
            <a:r>
              <a:rPr lang="en-GB" dirty="0"/>
              <a:t>Law Library</a:t>
            </a:r>
            <a:endParaRPr lang="fr-FR" dirty="0"/>
          </a:p>
          <a:p>
            <a:pPr lvl="0"/>
            <a:r>
              <a:rPr lang="en-GB" dirty="0"/>
              <a:t>Medical Library</a:t>
            </a:r>
            <a:endParaRPr lang="fr-FR" dirty="0"/>
          </a:p>
          <a:p>
            <a:pPr lvl="0"/>
            <a:r>
              <a:rPr lang="en-GB" dirty="0"/>
              <a:t>Science Library</a:t>
            </a:r>
            <a:endParaRPr lang="fr-FR" dirty="0"/>
          </a:p>
          <a:p>
            <a:pPr lvl="0"/>
            <a:r>
              <a:rPr lang="en-GB" dirty="0" smtClean="0"/>
              <a:t>Social </a:t>
            </a:r>
            <a:r>
              <a:rPr lang="en-GB" dirty="0"/>
              <a:t>Science Library</a:t>
            </a:r>
            <a:endParaRPr lang="fr-FR" dirty="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lvl="0"/>
            <a:r>
              <a:rPr lang="en-GB" sz="3000" dirty="0" smtClean="0"/>
              <a:t>Management Science</a:t>
            </a:r>
            <a:endParaRPr lang="fr-FR" sz="3000" dirty="0" smtClean="0"/>
          </a:p>
          <a:p>
            <a:pPr lvl="0"/>
            <a:r>
              <a:rPr lang="en-GB" sz="3000" dirty="0" smtClean="0"/>
              <a:t>Arts</a:t>
            </a:r>
            <a:endParaRPr lang="fr-FR" sz="3000" dirty="0" smtClean="0"/>
          </a:p>
          <a:p>
            <a:pPr lvl="0"/>
            <a:r>
              <a:rPr lang="en-GB" sz="3000" dirty="0" smtClean="0"/>
              <a:t>CGDS</a:t>
            </a:r>
            <a:endParaRPr lang="fr-FR" sz="3000" dirty="0" smtClean="0"/>
          </a:p>
          <a:p>
            <a:pPr lvl="0"/>
            <a:r>
              <a:rPr lang="en-GB" sz="3000" dirty="0" smtClean="0"/>
              <a:t>Engineering </a:t>
            </a:r>
          </a:p>
          <a:p>
            <a:pPr lvl="0"/>
            <a:endParaRPr lang="en-GB" sz="3000" dirty="0" smtClean="0"/>
          </a:p>
          <a:p>
            <a:pPr lvl="0"/>
            <a:endParaRPr lang="en-GB" sz="3000" dirty="0" smtClean="0"/>
          </a:p>
          <a:p>
            <a:r>
              <a:rPr lang="en-GB" sz="3000" dirty="0" smtClean="0"/>
              <a:t>For the avoidance of doubt, the </a:t>
            </a:r>
            <a:r>
              <a:rPr lang="en-GB" sz="3000" b="1" dirty="0" smtClean="0">
                <a:solidFill>
                  <a:schemeClr val="accent4">
                    <a:lumMod val="75000"/>
                  </a:schemeClr>
                </a:solidFill>
              </a:rPr>
              <a:t>University Librarian</a:t>
            </a:r>
            <a:r>
              <a:rPr lang="en-GB" sz="3000" dirty="0" smtClean="0"/>
              <a:t> is statutorily in-charge of all the Libraries in the University.</a:t>
            </a:r>
            <a:endParaRPr lang="fr-FR" sz="3000" dirty="0" smtClean="0"/>
          </a:p>
          <a:p>
            <a:pPr lvl="0"/>
            <a:endParaRPr lang="fr-FR"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sz="3600" dirty="0" smtClean="0"/>
              <a:t>The Challenges confronting the University Library are numerous and </a:t>
            </a:r>
          </a:p>
          <a:p>
            <a:endParaRPr lang="en-GB" sz="3600" dirty="0" smtClean="0"/>
          </a:p>
          <a:p>
            <a:r>
              <a:rPr lang="en-GB" sz="3600" dirty="0" smtClean="0"/>
              <a:t>Should be addressed holistically so as to enhance efficient and effective service delivery:</a:t>
            </a:r>
            <a:endParaRPr lang="fr-FR" sz="36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dirty="0" smtClean="0"/>
              <a:t>The Library does not have sufficient staff to cope with the services provided to the users.  Presently, the nominal roll is as indicated below:</a:t>
            </a:r>
            <a:endParaRPr lang="fr-FR" dirty="0" smtClean="0"/>
          </a:p>
          <a:p>
            <a:r>
              <a:rPr lang="en-GB" dirty="0" smtClean="0"/>
              <a:t>Professional Librarians -			11</a:t>
            </a:r>
            <a:endParaRPr lang="fr-FR" dirty="0" smtClean="0"/>
          </a:p>
          <a:p>
            <a:r>
              <a:rPr lang="en-GB" dirty="0" smtClean="0"/>
              <a:t>Administrative/Technical Staff - 	36</a:t>
            </a:r>
            <a:endParaRPr lang="fr-FR" dirty="0" smtClean="0"/>
          </a:p>
          <a:p>
            <a:r>
              <a:rPr lang="en-GB" dirty="0" smtClean="0"/>
              <a:t>Junior staff -					34</a:t>
            </a:r>
            <a:endParaRPr lang="fr-FR" dirty="0" smtClean="0"/>
          </a:p>
          <a:p>
            <a:r>
              <a:rPr lang="en-GB" b="1" dirty="0" smtClean="0"/>
              <a:t>Total -						81</a:t>
            </a:r>
            <a:endParaRPr lang="fr-FR" b="1" dirty="0" smtClean="0"/>
          </a:p>
          <a:p>
            <a:r>
              <a:rPr lang="en-GB" dirty="0" smtClean="0"/>
              <a:t>This number is grossly inadequate for both the Main Library and the Faculty Libraries.</a:t>
            </a:r>
            <a:endParaRPr lang="fr-FR"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sz="2800" dirty="0" smtClean="0"/>
              <a:t>Most of the time, the Library is in darkness.  This is because the generators are managed by Library Assistants who are not professional Electricians.  </a:t>
            </a:r>
          </a:p>
          <a:p>
            <a:r>
              <a:rPr lang="en-GB" sz="2800" dirty="0" smtClean="0"/>
              <a:t>The fans cannot work without electricity.  </a:t>
            </a:r>
          </a:p>
          <a:p>
            <a:r>
              <a:rPr lang="en-GB" sz="2800" dirty="0" smtClean="0"/>
              <a:t>Therefore, the reading rooms are always dark and stuffy.  </a:t>
            </a:r>
          </a:p>
          <a:p>
            <a:r>
              <a:rPr lang="en-GB" sz="2800" dirty="0" smtClean="0"/>
              <a:t>This situation discourages the readers from patronising the Library.</a:t>
            </a:r>
            <a:endParaRPr lang="fr-FR" sz="28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sz="3200" dirty="0" smtClean="0"/>
              <a:t>The few Toilets available do not provide enough convenience for both staff and students.  </a:t>
            </a:r>
          </a:p>
          <a:p>
            <a:pPr>
              <a:buNone/>
            </a:pPr>
            <a:endParaRPr lang="en-GB" sz="3200" dirty="0" smtClean="0"/>
          </a:p>
          <a:p>
            <a:r>
              <a:rPr lang="en-GB" sz="3200" dirty="0" smtClean="0"/>
              <a:t>Many students are turned off because of the absence of toilet facility.</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GB" sz="3200" dirty="0" smtClean="0"/>
              <a:t>The Library is unable to operate shift duty because of the following problems:</a:t>
            </a:r>
            <a:endParaRPr lang="fr-FR" sz="3200" dirty="0" smtClean="0"/>
          </a:p>
          <a:p>
            <a:pPr lvl="0"/>
            <a:r>
              <a:rPr lang="en-GB" sz="3200" dirty="0" smtClean="0"/>
              <a:t>Shortage of staff</a:t>
            </a:r>
            <a:endParaRPr lang="fr-FR" sz="3200" dirty="0" smtClean="0"/>
          </a:p>
          <a:p>
            <a:pPr lvl="0"/>
            <a:r>
              <a:rPr lang="en-GB" sz="3200" dirty="0" smtClean="0"/>
              <a:t>Lack of electricity</a:t>
            </a:r>
            <a:endParaRPr lang="fr-FR" sz="3200" dirty="0" smtClean="0"/>
          </a:p>
          <a:p>
            <a:pPr lvl="0"/>
            <a:r>
              <a:rPr lang="en-GB" sz="3200" dirty="0" smtClean="0"/>
              <a:t>Absence of a dedicated bus that will convey staff to the nearest bus stops in the evening/night – The University is non-residential.</a:t>
            </a:r>
            <a:endParaRPr lang="fr-FR" sz="3200" dirty="0" smtClean="0"/>
          </a:p>
          <a:p>
            <a:pPr lvl="0"/>
            <a:r>
              <a:rPr lang="en-GB" sz="3200" dirty="0" smtClean="0"/>
              <a:t>Insecurity.</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sz="3600" dirty="0" smtClean="0"/>
              <a:t>The Bindery unit of the University has not been commercialised </a:t>
            </a:r>
          </a:p>
          <a:p>
            <a:endParaRPr lang="en-GB" sz="3600" dirty="0" smtClean="0"/>
          </a:p>
          <a:p>
            <a:r>
              <a:rPr lang="en-GB" sz="3600" dirty="0" smtClean="0"/>
              <a:t>Inadequate staff and </a:t>
            </a:r>
          </a:p>
          <a:p>
            <a:endParaRPr lang="en-GB" sz="3600" dirty="0" smtClean="0"/>
          </a:p>
          <a:p>
            <a:r>
              <a:rPr lang="en-GB" sz="3600" dirty="0" smtClean="0"/>
              <a:t>Obsolete equipment.</a:t>
            </a:r>
            <a:endParaRPr lang="fr-FR" sz="36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GB" dirty="0" smtClean="0"/>
          </a:p>
          <a:p>
            <a:r>
              <a:rPr lang="en-GB" sz="3200" dirty="0" smtClean="0"/>
              <a:t> 143 systems are in the library</a:t>
            </a:r>
          </a:p>
          <a:p>
            <a:r>
              <a:rPr lang="en-GB" sz="3200" dirty="0" smtClean="0"/>
              <a:t>110 in the e-library</a:t>
            </a:r>
            <a:r>
              <a:rPr lang="en-GB" sz="3200" dirty="0" smtClean="0"/>
              <a:t>.  </a:t>
            </a:r>
          </a:p>
          <a:p>
            <a:r>
              <a:rPr lang="en-GB" sz="3200" dirty="0" smtClean="0"/>
              <a:t>10 in the Law Library</a:t>
            </a:r>
          </a:p>
          <a:p>
            <a:r>
              <a:rPr lang="en-GB" sz="3200" dirty="0" smtClean="0"/>
              <a:t>23 in the Medical Library</a:t>
            </a:r>
            <a:endParaRPr lang="en-GB" sz="3200" dirty="0" smtClean="0"/>
          </a:p>
          <a:p>
            <a:r>
              <a:rPr lang="en-GB" sz="3200" dirty="0" smtClean="0"/>
              <a:t>The Library does not have dedicated bandwidth for speed despite the high demand for internet based services.</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GB" dirty="0" smtClean="0"/>
              <a:t>The Library subscribe to the following databases</a:t>
            </a:r>
          </a:p>
          <a:p>
            <a:r>
              <a:rPr lang="en-GB" dirty="0" smtClean="0"/>
              <a:t>AGORA</a:t>
            </a:r>
          </a:p>
          <a:p>
            <a:r>
              <a:rPr lang="en-GB" dirty="0" smtClean="0"/>
              <a:t>AJOL</a:t>
            </a:r>
          </a:p>
          <a:p>
            <a:r>
              <a:rPr lang="en-GB" dirty="0" smtClean="0"/>
              <a:t>DOAJ</a:t>
            </a:r>
          </a:p>
          <a:p>
            <a:r>
              <a:rPr lang="en-GB" dirty="0" smtClean="0"/>
              <a:t>HINARI</a:t>
            </a:r>
          </a:p>
          <a:p>
            <a:r>
              <a:rPr lang="en-GB" dirty="0" smtClean="0"/>
              <a:t>HINDAWI</a:t>
            </a:r>
          </a:p>
          <a:p>
            <a:r>
              <a:rPr lang="en-GB" dirty="0" smtClean="0"/>
              <a:t>JSTOR</a:t>
            </a:r>
          </a:p>
          <a:p>
            <a:r>
              <a:rPr lang="en-GB" dirty="0" smtClean="0"/>
              <a:t>OARE</a:t>
            </a:r>
          </a:p>
          <a:p>
            <a:r>
              <a:rPr lang="en-GB" dirty="0" smtClean="0"/>
              <a:t>The library has a website www.eksulibrary.edu.ng</a:t>
            </a:r>
          </a:p>
          <a:p>
            <a:r>
              <a:rPr lang="en-GB" dirty="0" smtClean="0"/>
              <a:t>The Library has an OPAC with over 17,000 entries</a:t>
            </a:r>
            <a:endParaRPr lang="en-GB" dirty="0"/>
          </a:p>
        </p:txBody>
      </p:sp>
      <p:sp>
        <p:nvSpPr>
          <p:cNvPr id="6" name="Rounded Rectangle 5"/>
          <p:cNvSpPr/>
          <p:nvPr/>
        </p:nvSpPr>
        <p:spPr>
          <a:xfrm>
            <a:off x="285720" y="357166"/>
            <a:ext cx="1571636" cy="914400"/>
          </a:xfrm>
          <a:prstGeom prst="roundRect">
            <a:avLst>
              <a:gd name="adj" fmla="val 10000"/>
            </a:avLst>
          </a:prstGeom>
          <a:blipFill rotWithShape="0">
            <a:blip r:embed="rId2" cstate="print"/>
            <a:stretch>
              <a:fillRect/>
            </a:stretch>
          </a:blipFill>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lt1">
              <a:hueOff val="0"/>
              <a:satOff val="0"/>
              <a:lumOff val="0"/>
              <a:alphaOff val="0"/>
            </a:schemeClr>
          </a:lnRef>
          <a:fillRef idx="1">
            <a:scrgbClr r="0" g="0" b="0"/>
          </a:fillRef>
          <a:effectRef idx="1">
            <a:schemeClr val="accent2">
              <a:tint val="50000"/>
              <a:alpha val="90000"/>
              <a:hueOff val="0"/>
              <a:satOff val="0"/>
              <a:lumOff val="0"/>
              <a:alphaOff val="0"/>
            </a:schemeClr>
          </a:effectRef>
          <a:fontRef idx="minor">
            <a:schemeClr val="lt1">
              <a:hueOff val="0"/>
              <a:satOff val="0"/>
              <a:lumOff val="0"/>
              <a:alphaOff val="0"/>
            </a:schemeClr>
          </a:fontRef>
        </p:style>
      </p:sp>
      <p:sp>
        <p:nvSpPr>
          <p:cNvPr id="7" name="TextBox 6"/>
          <p:cNvSpPr txBox="1"/>
          <p:nvPr/>
        </p:nvSpPr>
        <p:spPr>
          <a:xfrm>
            <a:off x="2285984" y="714356"/>
            <a:ext cx="4929222" cy="646331"/>
          </a:xfrm>
          <a:prstGeom prst="rect">
            <a:avLst/>
          </a:prstGeom>
          <a:noFill/>
        </p:spPr>
        <p:txBody>
          <a:bodyPr wrap="square" rtlCol="0">
            <a:spAutoFit/>
          </a:bodyPr>
          <a:lstStyle/>
          <a:p>
            <a:r>
              <a:rPr lang="en-GB" sz="3600" dirty="0" smtClean="0">
                <a:solidFill>
                  <a:srgbClr val="FF0000"/>
                </a:solidFill>
                <a:latin typeface="Arial" pitchFamily="34" charset="0"/>
                <a:cs typeface="Arial" pitchFamily="34" charset="0"/>
              </a:rPr>
              <a:t>E-Library</a:t>
            </a:r>
            <a:endParaRPr lang="en-GB" sz="3600" dirty="0">
              <a:solidFill>
                <a:srgbClr val="FF0000"/>
              </a:solidFill>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sz="3600" dirty="0" smtClean="0"/>
              <a:t>Most of the Faculty Libraries lack office accommodation for the Librarians.  </a:t>
            </a:r>
          </a:p>
          <a:p>
            <a:endParaRPr lang="en-GB" sz="3600" dirty="0" smtClean="0"/>
          </a:p>
          <a:p>
            <a:r>
              <a:rPr lang="en-GB" sz="3600" dirty="0" smtClean="0"/>
              <a:t>Even the space provided are not standardized.</a:t>
            </a:r>
            <a:endParaRPr lang="fr-FR" sz="36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GB" sz="3600" dirty="0" smtClean="0"/>
              <a:t>The activities in the University Libraries have not been digitalized.</a:t>
            </a:r>
          </a:p>
          <a:p>
            <a:pPr>
              <a:buNone/>
            </a:pPr>
            <a:endParaRPr lang="fr-FR" sz="3600" dirty="0" smtClean="0"/>
          </a:p>
          <a:p>
            <a:r>
              <a:rPr lang="en-GB" sz="3600" dirty="0" smtClean="0"/>
              <a:t>The University still maintain the culture of obtaining hard copies of thesis and submitting same to the Library.</a:t>
            </a:r>
            <a:endParaRPr lang="fr-FR" sz="36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GB" dirty="0" smtClean="0"/>
          </a:p>
          <a:p>
            <a:r>
              <a:rPr lang="en-GB" sz="3600" dirty="0" smtClean="0"/>
              <a:t>There is no institution repository where </a:t>
            </a:r>
          </a:p>
          <a:p>
            <a:pPr lvl="1">
              <a:buFont typeface="Courier New" pitchFamily="49" charset="0"/>
              <a:buChar char="o"/>
            </a:pPr>
            <a:r>
              <a:rPr lang="en-GB" sz="3200" dirty="0" smtClean="0"/>
              <a:t>	electronic copies of grey resources 	or </a:t>
            </a:r>
          </a:p>
          <a:p>
            <a:pPr lvl="1">
              <a:buFont typeface="Courier New" pitchFamily="49" charset="0"/>
              <a:buChar char="o"/>
            </a:pPr>
            <a:r>
              <a:rPr lang="en-GB" sz="3600" dirty="0" smtClean="0"/>
              <a:t>papers presented </a:t>
            </a:r>
            <a:r>
              <a:rPr lang="en-GB" sz="3600" dirty="0" smtClean="0"/>
              <a:t>within </a:t>
            </a:r>
            <a:r>
              <a:rPr lang="en-GB" sz="3600" dirty="0" smtClean="0"/>
              <a:t>the University environment can be deposited.</a:t>
            </a:r>
            <a:endParaRPr lang="fr-FR" sz="36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57200" y="2000240"/>
          <a:ext cx="8229600" cy="40070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nvGraphicFramePr>
        <p:xfrm>
          <a:off x="457200" y="274638"/>
          <a:ext cx="8229600" cy="16541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457200" y="274638"/>
          <a:ext cx="8229600" cy="1582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Content Placeholder 4"/>
          <p:cNvGraphicFramePr>
            <a:graphicFrameLocks noGrp="1"/>
          </p:cNvGraphicFramePr>
          <p:nvPr>
            <p:ph idx="1"/>
          </p:nvPr>
        </p:nvGraphicFramePr>
        <p:xfrm>
          <a:off x="457200" y="1785926"/>
          <a:ext cx="8229600" cy="457203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endParaRPr lang="en-GB" dirty="0" smtClean="0"/>
          </a:p>
          <a:p>
            <a:r>
              <a:rPr lang="en-GB" sz="3200" dirty="0" smtClean="0"/>
              <a:t>Most of the challenges are hinged on inadequate staffing. </a:t>
            </a:r>
          </a:p>
          <a:p>
            <a:pPr>
              <a:buNone/>
            </a:pPr>
            <a:r>
              <a:rPr lang="en-GB" sz="3200" dirty="0" smtClean="0"/>
              <a:t> </a:t>
            </a:r>
          </a:p>
          <a:p>
            <a:r>
              <a:rPr lang="en-GB" sz="3200" dirty="0" smtClean="0"/>
              <a:t>Therefore, it is suggested that more staff should be employed and deployed to the Library to improve the quality of services rendered to the users.</a:t>
            </a:r>
            <a:endParaRPr lang="fr-FR" sz="3200" dirty="0" smtClean="0"/>
          </a:p>
          <a:p>
            <a:endParaRPr lang="fr-FR" dirty="0"/>
          </a:p>
        </p:txBody>
      </p:sp>
      <p:graphicFrame>
        <p:nvGraphicFramePr>
          <p:cNvPr id="5" name="Diagram 4"/>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GB" dirty="0" smtClean="0"/>
              <a:t/>
            </a:r>
            <a:br>
              <a:rPr lang="en-GB" dirty="0" smtClean="0"/>
            </a:br>
            <a:r>
              <a:rPr lang="en-GB" dirty="0" smtClean="0"/>
              <a:t/>
            </a:r>
            <a:br>
              <a:rPr lang="en-GB" dirty="0" smtClean="0"/>
            </a:br>
            <a:r>
              <a:rPr lang="en-GB" dirty="0" smtClean="0"/>
              <a:t/>
            </a:r>
            <a:br>
              <a:rPr lang="en-GB" dirty="0" smtClean="0"/>
            </a:br>
            <a:r>
              <a:rPr lang="en-GB" dirty="0" smtClean="0"/>
              <a:t>No of staff on ground/additional no required</a:t>
            </a:r>
            <a:endParaRPr lang="fr-FR" dirty="0"/>
          </a:p>
        </p:txBody>
      </p:sp>
      <p:graphicFrame>
        <p:nvGraphicFramePr>
          <p:cNvPr id="6" name="Content Placeholder 5"/>
          <p:cNvGraphicFramePr>
            <a:graphicFrameLocks noGrp="1"/>
          </p:cNvGraphicFramePr>
          <p:nvPr>
            <p:ph sz="half" idx="1"/>
          </p:nvPr>
        </p:nvGraphicFramePr>
        <p:xfrm>
          <a:off x="571472" y="274638"/>
          <a:ext cx="8215369" cy="5477062"/>
        </p:xfrm>
        <a:graphic>
          <a:graphicData uri="http://schemas.openxmlformats.org/drawingml/2006/table">
            <a:tbl>
              <a:tblPr firstRow="1" bandRow="1">
                <a:tableStyleId>{5C22544A-7EE6-4342-B048-85BDC9FD1C3A}</a:tableStyleId>
              </a:tblPr>
              <a:tblGrid>
                <a:gridCol w="1185838"/>
                <a:gridCol w="2921847"/>
                <a:gridCol w="2053842"/>
                <a:gridCol w="2053842"/>
              </a:tblGrid>
              <a:tr h="741017">
                <a:tc>
                  <a:txBody>
                    <a:bodyPr/>
                    <a:lstStyle/>
                    <a:p>
                      <a:pPr marL="457200" algn="l">
                        <a:lnSpc>
                          <a:spcPct val="107000"/>
                        </a:lnSpc>
                        <a:spcBef>
                          <a:spcPts val="1200"/>
                        </a:spcBef>
                        <a:spcAft>
                          <a:spcPts val="0"/>
                        </a:spcAft>
                      </a:pPr>
                      <a:r>
                        <a:rPr lang="en-GB" sz="2000" dirty="0" smtClean="0">
                          <a:latin typeface="Calibri"/>
                          <a:ea typeface="Calibri"/>
                          <a:cs typeface="Times New Roman"/>
                        </a:rPr>
                        <a:t>S/N</a:t>
                      </a:r>
                      <a:endParaRPr lang="fr-FR" sz="2000" dirty="0">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000">
                          <a:latin typeface="Calibri"/>
                          <a:ea typeface="Calibri"/>
                          <a:cs typeface="Times New Roman"/>
                        </a:rPr>
                        <a:t>Category</a:t>
                      </a:r>
                      <a:endParaRPr lang="fr-FR" sz="2000">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000" dirty="0" smtClean="0">
                          <a:latin typeface="Calibri"/>
                          <a:ea typeface="Calibri"/>
                          <a:cs typeface="Times New Roman"/>
                        </a:rPr>
                        <a:t>No on </a:t>
                      </a:r>
                      <a:r>
                        <a:rPr lang="en-GB" sz="2000" dirty="0">
                          <a:latin typeface="Calibri"/>
                          <a:ea typeface="Calibri"/>
                          <a:cs typeface="Times New Roman"/>
                        </a:rPr>
                        <a:t>Ground</a:t>
                      </a:r>
                      <a:endParaRPr lang="fr-FR" sz="2000" dirty="0">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000" dirty="0">
                          <a:latin typeface="Calibri"/>
                          <a:ea typeface="Calibri"/>
                          <a:cs typeface="Times New Roman"/>
                        </a:rPr>
                        <a:t>Additional No Required</a:t>
                      </a:r>
                      <a:endParaRPr lang="fr-FR" sz="2000" dirty="0">
                        <a:latin typeface="Calibri"/>
                        <a:ea typeface="Calibri"/>
                        <a:cs typeface="Times New Roman"/>
                      </a:endParaRPr>
                    </a:p>
                  </a:txBody>
                  <a:tcPr marL="80146" marR="80146" marT="0" marB="0"/>
                </a:tc>
              </a:tr>
              <a:tr h="666923">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1.</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Professional Librarians</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11</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4</a:t>
                      </a:r>
                      <a:endParaRPr lang="fr-FR" sz="2200" b="1" dirty="0">
                        <a:solidFill>
                          <a:schemeClr val="tx1"/>
                        </a:solidFill>
                        <a:latin typeface="Calibri"/>
                        <a:ea typeface="Calibri"/>
                        <a:cs typeface="Times New Roman"/>
                      </a:endParaRPr>
                    </a:p>
                  </a:txBody>
                  <a:tcPr marL="80146" marR="80146" marT="0" marB="0"/>
                </a:tc>
              </a:tr>
              <a:tr h="601882">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2.</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Library Officers</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9</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10</a:t>
                      </a:r>
                      <a:endParaRPr lang="fr-FR" sz="2200" b="1">
                        <a:solidFill>
                          <a:schemeClr val="tx1"/>
                        </a:solidFill>
                        <a:latin typeface="Calibri"/>
                        <a:ea typeface="Calibri"/>
                        <a:cs typeface="Times New Roman"/>
                      </a:endParaRPr>
                    </a:p>
                  </a:txBody>
                  <a:tcPr marL="80146" marR="80146" marT="0" marB="0"/>
                </a:tc>
              </a:tr>
              <a:tr h="601882">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3.</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Library Assistants</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26</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20</a:t>
                      </a:r>
                      <a:endParaRPr lang="fr-FR" sz="2200" b="1">
                        <a:solidFill>
                          <a:schemeClr val="tx1"/>
                        </a:solidFill>
                        <a:latin typeface="Calibri"/>
                        <a:ea typeface="Calibri"/>
                        <a:cs typeface="Times New Roman"/>
                      </a:endParaRPr>
                    </a:p>
                  </a:txBody>
                  <a:tcPr marL="80146" marR="80146" marT="0" marB="0"/>
                </a:tc>
              </a:tr>
              <a:tr h="601882">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4. </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Library Attendants</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10</a:t>
                      </a:r>
                      <a:endParaRPr lang="fr-FR" sz="2200" b="1">
                        <a:solidFill>
                          <a:schemeClr val="tx1"/>
                        </a:solidFill>
                        <a:latin typeface="Calibri"/>
                        <a:ea typeface="Calibri"/>
                        <a:cs typeface="Times New Roman"/>
                      </a:endParaRPr>
                    </a:p>
                  </a:txBody>
                  <a:tcPr marL="80146" marR="80146" marT="0" marB="0"/>
                </a:tc>
              </a:tr>
              <a:tr h="741017">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5.</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Administrative</a:t>
                      </a:r>
                      <a:r>
                        <a:rPr lang="en-GB" sz="2200" b="1" dirty="0" smtClean="0">
                          <a:solidFill>
                            <a:schemeClr val="tx1"/>
                          </a:solidFill>
                          <a:latin typeface="Calibri"/>
                          <a:ea typeface="Calibri"/>
                          <a:cs typeface="Times New Roman"/>
                        </a:rPr>
                        <a:t>/</a:t>
                      </a:r>
                    </a:p>
                    <a:p>
                      <a:pPr marL="457200" algn="l">
                        <a:lnSpc>
                          <a:spcPct val="107000"/>
                        </a:lnSpc>
                        <a:spcBef>
                          <a:spcPts val="1200"/>
                        </a:spcBef>
                        <a:spcAft>
                          <a:spcPts val="0"/>
                        </a:spcAft>
                      </a:pPr>
                      <a:r>
                        <a:rPr lang="en-GB" sz="2200" b="1" dirty="0" smtClean="0">
                          <a:solidFill>
                            <a:schemeClr val="tx1"/>
                          </a:solidFill>
                          <a:latin typeface="Calibri"/>
                          <a:ea typeface="Calibri"/>
                          <a:cs typeface="Times New Roman"/>
                        </a:rPr>
                        <a:t>Technical </a:t>
                      </a:r>
                      <a:r>
                        <a:rPr lang="en-GB" sz="2200" b="1" dirty="0">
                          <a:solidFill>
                            <a:schemeClr val="tx1"/>
                          </a:solidFill>
                          <a:latin typeface="Calibri"/>
                          <a:ea typeface="Calibri"/>
                          <a:cs typeface="Times New Roman"/>
                        </a:rPr>
                        <a:t>Staff</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11</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6</a:t>
                      </a:r>
                      <a:endParaRPr lang="fr-FR" sz="2200" b="1" dirty="0">
                        <a:solidFill>
                          <a:schemeClr val="tx1"/>
                        </a:solidFill>
                        <a:latin typeface="Calibri"/>
                        <a:ea typeface="Calibri"/>
                        <a:cs typeface="Times New Roman"/>
                      </a:endParaRPr>
                    </a:p>
                  </a:txBody>
                  <a:tcPr marL="80146" marR="80146" marT="0" marB="0"/>
                </a:tc>
              </a:tr>
              <a:tr h="741017">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6.</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Junior Staff (Porters and Cleaners)</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a:solidFill>
                            <a:schemeClr val="tx1"/>
                          </a:solidFill>
                          <a:latin typeface="Calibri"/>
                          <a:ea typeface="Calibri"/>
                          <a:cs typeface="Times New Roman"/>
                        </a:rPr>
                        <a:t>24</a:t>
                      </a:r>
                      <a:endParaRPr lang="fr-FR" sz="2200" b="1">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15</a:t>
                      </a:r>
                      <a:endParaRPr lang="fr-FR" sz="2200" b="1" dirty="0">
                        <a:solidFill>
                          <a:schemeClr val="tx1"/>
                        </a:solidFill>
                        <a:latin typeface="Calibri"/>
                        <a:ea typeface="Calibri"/>
                        <a:cs typeface="Times New Roman"/>
                      </a:endParaRPr>
                    </a:p>
                  </a:txBody>
                  <a:tcPr marL="80146" marR="80146" marT="0" marB="0"/>
                </a:tc>
              </a:tr>
              <a:tr h="601882">
                <a:tc>
                  <a:txBody>
                    <a:bodyPr/>
                    <a:lstStyle/>
                    <a:p>
                      <a:pPr marL="457200" algn="l">
                        <a:lnSpc>
                          <a:spcPct val="107000"/>
                        </a:lnSpc>
                        <a:spcBef>
                          <a:spcPts val="1200"/>
                        </a:spcBef>
                        <a:spcAft>
                          <a:spcPts val="0"/>
                        </a:spcAft>
                      </a:pPr>
                      <a:endParaRPr lang="en-GB"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Total</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81</a:t>
                      </a:r>
                      <a:endParaRPr lang="fr-FR" sz="2200" b="1" dirty="0">
                        <a:solidFill>
                          <a:schemeClr val="tx1"/>
                        </a:solidFill>
                        <a:latin typeface="Calibri"/>
                        <a:ea typeface="Calibri"/>
                        <a:cs typeface="Times New Roman"/>
                      </a:endParaRPr>
                    </a:p>
                  </a:txBody>
                  <a:tcPr marL="80146" marR="80146" marT="0" marB="0"/>
                </a:tc>
                <a:tc>
                  <a:txBody>
                    <a:bodyPr/>
                    <a:lstStyle/>
                    <a:p>
                      <a:pPr marL="457200" algn="l">
                        <a:lnSpc>
                          <a:spcPct val="107000"/>
                        </a:lnSpc>
                        <a:spcBef>
                          <a:spcPts val="1200"/>
                        </a:spcBef>
                        <a:spcAft>
                          <a:spcPts val="0"/>
                        </a:spcAft>
                      </a:pPr>
                      <a:r>
                        <a:rPr lang="en-GB" sz="2200" b="1" dirty="0">
                          <a:solidFill>
                            <a:schemeClr val="tx1"/>
                          </a:solidFill>
                          <a:latin typeface="Calibri"/>
                          <a:ea typeface="Calibri"/>
                          <a:cs typeface="Times New Roman"/>
                        </a:rPr>
                        <a:t>65</a:t>
                      </a:r>
                      <a:endParaRPr lang="fr-FR" sz="2200" b="1" dirty="0">
                        <a:solidFill>
                          <a:schemeClr val="tx1"/>
                        </a:solidFill>
                        <a:latin typeface="Calibri"/>
                        <a:ea typeface="Calibri"/>
                        <a:cs typeface="Times New Roman"/>
                      </a:endParaRPr>
                    </a:p>
                  </a:txBody>
                  <a:tcPr marL="80146" marR="80146" marT="0" marB="0"/>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GB" dirty="0" smtClean="0"/>
              <a:t>In order to improve on the quality of the power supplied to the main Library:</a:t>
            </a:r>
          </a:p>
          <a:p>
            <a:r>
              <a:rPr lang="en-GB" dirty="0" smtClean="0"/>
              <a:t>Professional Electrician should be deployed from Works &amp; Services Department to take charge of the three (3) power generating sets servicing the main Library as well as the e-libraries.  </a:t>
            </a:r>
          </a:p>
          <a:p>
            <a:r>
              <a:rPr lang="en-GB" dirty="0" smtClean="0"/>
              <a:t>He will be saddled with the task of maintaining the generators and ensuring that there is regular power supply to the library.</a:t>
            </a:r>
            <a:endParaRPr lang="fr-FR"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GB" sz="3200" dirty="0" smtClean="0"/>
              <a:t>The existing toilets in the Library should be made functional by ensuring that water runs freely from the storage tank.  </a:t>
            </a:r>
          </a:p>
          <a:p>
            <a:endParaRPr lang="en-GB" sz="3200" dirty="0" smtClean="0"/>
          </a:p>
          <a:p>
            <a:r>
              <a:rPr lang="en-GB" sz="3200" dirty="0" smtClean="0"/>
              <a:t>There is the need to build a detached toilet to supplement the existing ones which are inadequate, taking cognisance of gender sensitivity.</a:t>
            </a:r>
            <a:endParaRPr lang="fr-FR" sz="3200" dirty="0" smtClean="0"/>
          </a:p>
          <a:p>
            <a:endParaRPr lang="fr-FR" dirty="0"/>
          </a:p>
        </p:txBody>
      </p:sp>
      <p:graphicFrame>
        <p:nvGraphicFramePr>
          <p:cNvPr id="5" name="Diagram 4"/>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sz="3200" dirty="0" smtClean="0"/>
              <a:t>If there are constant supply of electricity, enough staff, and a standby bus dedicated to convey staff to their nearest bus-stop at the closing time, particularly in the night and during the weekend, it will be possible to operate shift-duty and extend the closing hours. </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sz="3200" dirty="0" smtClean="0"/>
              <a:t>The Bindery Unit is a potential money generating unit. </a:t>
            </a:r>
          </a:p>
          <a:p>
            <a:endParaRPr lang="en-GB" sz="3200" dirty="0" smtClean="0"/>
          </a:p>
          <a:p>
            <a:r>
              <a:rPr lang="en-GB" sz="3200" dirty="0" smtClean="0"/>
              <a:t>It is recommended that six (6) professional binders be appointed to cope with a minimum of 5,000 students’ project.</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None/>
            </a:pPr>
            <a:endParaRPr lang="en-GB" dirty="0" smtClean="0"/>
          </a:p>
          <a:p>
            <a:pPr>
              <a:buNone/>
            </a:pPr>
            <a:r>
              <a:rPr lang="en-GB" sz="3200" dirty="0" smtClean="0"/>
              <a:t>For the e-library to perform at optimal capacity, the following steps are recommended:</a:t>
            </a:r>
          </a:p>
          <a:p>
            <a:pPr>
              <a:buNone/>
            </a:pPr>
            <a:endParaRPr lang="fr-FR" sz="3200" dirty="0" smtClean="0"/>
          </a:p>
          <a:p>
            <a:pPr lvl="0"/>
            <a:r>
              <a:rPr lang="en-GB" sz="3200" dirty="0" smtClean="0"/>
              <a:t>Replacement of the damaged cables</a:t>
            </a:r>
            <a:endParaRPr lang="fr-FR" sz="3200" dirty="0" smtClean="0"/>
          </a:p>
          <a:p>
            <a:pPr lvl="0"/>
            <a:r>
              <a:rPr lang="en-GB" sz="3200" dirty="0" smtClean="0"/>
              <a:t>Provision of 2Mbps internet bandwidth</a:t>
            </a:r>
            <a:endParaRPr lang="fr-FR" sz="3200" dirty="0" smtClean="0"/>
          </a:p>
          <a:p>
            <a:pPr lvl="0"/>
            <a:r>
              <a:rPr lang="en-GB" sz="3200" dirty="0" smtClean="0"/>
              <a:t>Subscription to reputable database e.g. EBSCOHOST, Science Direct, LexisNexis, etc.</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sz="3200" dirty="0" smtClean="0"/>
              <a:t>Most faculty Libraries have spaces for readers only.  </a:t>
            </a:r>
          </a:p>
          <a:p>
            <a:endParaRPr lang="en-GB" sz="3200" dirty="0" smtClean="0"/>
          </a:p>
          <a:p>
            <a:r>
              <a:rPr lang="en-GB" sz="3200" dirty="0" smtClean="0"/>
              <a:t>It is recommended that the Librarians should be provided with office accommodation for optimal performance.</a:t>
            </a:r>
            <a:endParaRPr lang="fr-FR" sz="3200"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endParaRPr lang="en-GB" dirty="0" smtClean="0"/>
          </a:p>
          <a:p>
            <a:endParaRPr lang="fr-FR" dirty="0"/>
          </a:p>
        </p:txBody>
      </p:sp>
      <p:graphicFrame>
        <p:nvGraphicFramePr>
          <p:cNvPr id="4" name="Diagram 3"/>
          <p:cNvGraphicFramePr/>
          <p:nvPr/>
        </p:nvGraphicFramePr>
        <p:xfrm>
          <a:off x="457200" y="274638"/>
          <a:ext cx="8229600" cy="1868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p:cNvGraphicFramePr>
            <a:graphicFrameLocks/>
          </p:cNvGraphicFramePr>
          <p:nvPr/>
        </p:nvGraphicFramePr>
        <p:xfrm>
          <a:off x="457200" y="1714488"/>
          <a:ext cx="8229600" cy="471490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GB" dirty="0" smtClean="0"/>
              <a:t>Library users were not enjoying ‘loan and return’ privileges from the library since the inception of this University until March 2015 when the Library began to register its clientele.  </a:t>
            </a:r>
          </a:p>
          <a:p>
            <a:r>
              <a:rPr lang="en-GB" dirty="0" smtClean="0"/>
              <a:t>This registration exercise affords the Library users (staff and students) the opportunity to have full access to the Library collection.  </a:t>
            </a:r>
          </a:p>
          <a:p>
            <a:r>
              <a:rPr lang="en-GB" dirty="0" smtClean="0"/>
              <a:t>For the first time in the history of the University, readers can borrow books for home use for a certain number of days.</a:t>
            </a:r>
            <a:endParaRPr lang="fr-FR" dirty="0" smtClean="0"/>
          </a:p>
          <a:p>
            <a:endParaRPr lang="fr-FR" dirty="0"/>
          </a:p>
        </p:txBody>
      </p:sp>
      <p:sp>
        <p:nvSpPr>
          <p:cNvPr id="2" name="Title 1"/>
          <p:cNvSpPr>
            <a:spLocks noGrp="1"/>
          </p:cNvSpPr>
          <p:nvPr>
            <p:ph type="title"/>
          </p:nvPr>
        </p:nvSpPr>
        <p:spPr/>
        <p:style>
          <a:lnRef idx="2">
            <a:schemeClr val="accent5">
              <a:shade val="50000"/>
            </a:schemeClr>
          </a:lnRef>
          <a:fillRef idx="1">
            <a:schemeClr val="accent5"/>
          </a:fillRef>
          <a:effectRef idx="0">
            <a:schemeClr val="accent5"/>
          </a:effectRef>
          <a:fontRef idx="minor">
            <a:schemeClr val="lt1"/>
          </a:fontRef>
        </p:style>
        <p:txBody>
          <a:bodyPr>
            <a:normAutofit/>
          </a:bodyPr>
          <a:lstStyle/>
          <a:p>
            <a:pPr lvl="0"/>
            <a:r>
              <a:rPr lang="en-GB" dirty="0" smtClean="0"/>
              <a:t>Registration of Library Users</a:t>
            </a:r>
            <a:endParaRPr lang="fr-F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5">
              <a:shade val="50000"/>
            </a:schemeClr>
          </a:lnRef>
          <a:fillRef idx="1">
            <a:schemeClr val="accent5"/>
          </a:fillRef>
          <a:effectRef idx="0">
            <a:schemeClr val="accent5"/>
          </a:effectRef>
          <a:fontRef idx="minor">
            <a:schemeClr val="lt1"/>
          </a:fontRef>
        </p:style>
        <p:txBody>
          <a:bodyPr/>
          <a:lstStyle/>
          <a:p>
            <a:r>
              <a:rPr lang="en-GB" dirty="0" smtClean="0"/>
              <a:t>Loan and Return’ Privileges</a:t>
            </a:r>
            <a:endParaRPr lang="fr-FR" dirty="0"/>
          </a:p>
        </p:txBody>
      </p:sp>
      <p:sp>
        <p:nvSpPr>
          <p:cNvPr id="4" name="Text Placeholder 3"/>
          <p:cNvSpPr>
            <a:spLocks noGrp="1"/>
          </p:cNvSpPr>
          <p:nvPr>
            <p:ph type="body" sz="half" idx="3"/>
          </p:nvPr>
        </p:nvSpPr>
        <p:spPr>
          <a:xfrm>
            <a:off x="4714876" y="1500174"/>
            <a:ext cx="4041775" cy="762000"/>
          </a:xfrm>
        </p:spPr>
        <p:txBody>
          <a:bodyPr/>
          <a:lstStyle/>
          <a:p>
            <a:pPr algn="ctr"/>
            <a:r>
              <a:rPr lang="en-GB" b="1" dirty="0" smtClean="0"/>
              <a:t>Proposal</a:t>
            </a:r>
            <a:endParaRPr lang="fr-FR" dirty="0"/>
          </a:p>
        </p:txBody>
      </p:sp>
      <p:sp>
        <p:nvSpPr>
          <p:cNvPr id="5" name="Content Placeholder 4"/>
          <p:cNvSpPr>
            <a:spLocks noGrp="1"/>
          </p:cNvSpPr>
          <p:nvPr>
            <p:ph sz="quarter" idx="2"/>
          </p:nvPr>
        </p:nvSpPr>
        <p:spPr>
          <a:xfrm>
            <a:off x="457200" y="1444294"/>
            <a:ext cx="4040188" cy="4985102"/>
          </a:xfrm>
        </p:spPr>
        <p:txBody>
          <a:bodyPr>
            <a:normAutofit/>
          </a:bodyPr>
          <a:lstStyle/>
          <a:p>
            <a:endParaRPr lang="en-GB" dirty="0" smtClean="0"/>
          </a:p>
          <a:p>
            <a:pPr>
              <a:buNone/>
            </a:pPr>
            <a:endParaRPr lang="en-GB" dirty="0" smtClean="0"/>
          </a:p>
          <a:p>
            <a:pPr>
              <a:buNone/>
            </a:pPr>
            <a:endParaRPr lang="en-GB" dirty="0" smtClean="0"/>
          </a:p>
          <a:p>
            <a:pPr>
              <a:buNone/>
            </a:pPr>
            <a:r>
              <a:rPr lang="en-GB" dirty="0" smtClean="0"/>
              <a:t>The challenge here is that </a:t>
            </a:r>
          </a:p>
          <a:p>
            <a:r>
              <a:rPr lang="en-GB" dirty="0" smtClean="0"/>
              <a:t>staff can only borrow 4 books at a time while </a:t>
            </a:r>
          </a:p>
          <a:p>
            <a:r>
              <a:rPr lang="en-GB" dirty="0" smtClean="0"/>
              <a:t>undergraduates can borrow one (1) book.  </a:t>
            </a:r>
          </a:p>
          <a:p>
            <a:r>
              <a:rPr lang="en-GB" dirty="0" smtClean="0"/>
              <a:t>This is grossly inadequate.</a:t>
            </a:r>
            <a:endParaRPr lang="fr-FR" dirty="0" smtClean="0"/>
          </a:p>
          <a:p>
            <a:endParaRPr lang="fr-FR" dirty="0"/>
          </a:p>
        </p:txBody>
      </p:sp>
      <p:sp>
        <p:nvSpPr>
          <p:cNvPr id="6" name="Content Placeholder 5"/>
          <p:cNvSpPr>
            <a:spLocks noGrp="1"/>
          </p:cNvSpPr>
          <p:nvPr>
            <p:ph sz="quarter" idx="4"/>
          </p:nvPr>
        </p:nvSpPr>
        <p:spPr>
          <a:xfrm>
            <a:off x="4645025" y="1444294"/>
            <a:ext cx="4041775" cy="4699350"/>
          </a:xfrm>
        </p:spPr>
        <p:txBody>
          <a:bodyPr>
            <a:normAutofit/>
          </a:bodyPr>
          <a:lstStyle/>
          <a:p>
            <a:pPr lvl="0"/>
            <a:endParaRPr lang="en-GB" dirty="0" smtClean="0"/>
          </a:p>
          <a:p>
            <a:pPr lvl="0"/>
            <a:endParaRPr lang="en-GB" dirty="0" smtClean="0"/>
          </a:p>
          <a:p>
            <a:pPr lvl="0"/>
            <a:endParaRPr lang="en-GB" dirty="0" smtClean="0"/>
          </a:p>
          <a:p>
            <a:pPr lvl="0"/>
            <a:endParaRPr lang="en-GB" dirty="0" smtClean="0"/>
          </a:p>
          <a:p>
            <a:pPr lvl="0"/>
            <a:r>
              <a:rPr lang="en-GB" dirty="0" smtClean="0"/>
              <a:t>Staff-	10 books</a:t>
            </a:r>
          </a:p>
          <a:p>
            <a:pPr lvl="0"/>
            <a:endParaRPr lang="fr-FR" dirty="0" smtClean="0"/>
          </a:p>
          <a:p>
            <a:pPr lvl="0"/>
            <a:r>
              <a:rPr lang="en-GB" dirty="0" smtClean="0"/>
              <a:t>Post Graduate Students 	-	6 books</a:t>
            </a:r>
          </a:p>
          <a:p>
            <a:pPr lvl="0"/>
            <a:endParaRPr lang="fr-FR" dirty="0" smtClean="0"/>
          </a:p>
          <a:p>
            <a:pPr lvl="0"/>
            <a:r>
              <a:rPr lang="en-GB" dirty="0" smtClean="0"/>
              <a:t>Undergraduates </a:t>
            </a:r>
          </a:p>
          <a:p>
            <a:pPr lvl="0">
              <a:buNone/>
            </a:pPr>
            <a:r>
              <a:rPr lang="en-GB" dirty="0" smtClean="0"/>
              <a:t>		-	4books</a:t>
            </a:r>
            <a:endParaRPr lang="fr-FR" dirty="0" smtClean="0"/>
          </a:p>
          <a:p>
            <a:endParaRPr lang="fr-FR" dirty="0"/>
          </a:p>
        </p:txBody>
      </p:sp>
      <p:sp>
        <p:nvSpPr>
          <p:cNvPr id="9" name="Text Placeholder 2"/>
          <p:cNvSpPr txBox="1">
            <a:spLocks/>
          </p:cNvSpPr>
          <p:nvPr/>
        </p:nvSpPr>
        <p:spPr>
          <a:xfrm>
            <a:off x="500034" y="1500174"/>
            <a:ext cx="4040188" cy="762000"/>
          </a:xfrm>
          <a:prstGeom prst="rect">
            <a:avLst/>
          </a:prstGeom>
          <a:solidFill>
            <a:schemeClr val="accent1"/>
          </a:solidFill>
          <a:ln w="9652">
            <a:solidFill>
              <a:schemeClr val="accent1"/>
            </a:solidFill>
            <a:miter lim="800000"/>
          </a:ln>
        </p:spPr>
        <p:txBody>
          <a:bodyPr vert="horz" lIns="182880" anchor="ctr">
            <a:normAutofit/>
          </a:bodyPr>
          <a:lstStyle/>
          <a:p>
            <a:pPr marL="0" marR="0" lvl="0" indent="0"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GB" sz="2400" b="1" i="0" u="none" strike="noStrike" kern="1200" cap="none" spc="0" normalizeH="0" baseline="0" noProof="0" smtClean="0">
                <a:ln>
                  <a:noFill/>
                </a:ln>
                <a:solidFill>
                  <a:schemeClr val="bg1"/>
                </a:solidFill>
                <a:effectLst/>
                <a:uLnTx/>
                <a:uFillTx/>
                <a:latin typeface="+mn-lt"/>
                <a:ea typeface="+mn-ea"/>
                <a:cs typeface="+mn-cs"/>
              </a:rPr>
              <a:t>Existing Practice</a:t>
            </a:r>
            <a:endParaRPr kumimoji="0" lang="fr-FR" sz="2400" b="1"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GB" dirty="0" smtClean="0"/>
              <a:t>A Memorandum of Understanding (</a:t>
            </a:r>
            <a:r>
              <a:rPr lang="en-GB" dirty="0" err="1" smtClean="0"/>
              <a:t>MoU</a:t>
            </a:r>
            <a:r>
              <a:rPr lang="en-GB" dirty="0" smtClean="0"/>
              <a:t>) was signed between Information Training and Outreach Centre for Africa (ITOCA) and Ekiti State University (EKSU) under the Essential Electronic Agricultural Library (TEEAL) Leadership Programme (2015).</a:t>
            </a:r>
          </a:p>
          <a:p>
            <a:endParaRPr lang="fr-FR" dirty="0" smtClean="0"/>
          </a:p>
          <a:p>
            <a:r>
              <a:rPr lang="en-GB" dirty="0" smtClean="0"/>
              <a:t>TEAL is produced by Cornell University’s Albert R. Mann Library to help Scientist have access to the world’s most important scholarly science journals that are up-to-date and accessible offline.</a:t>
            </a:r>
            <a:endParaRPr lang="fr-FR" dirty="0" smtClean="0"/>
          </a:p>
          <a:p>
            <a:endParaRPr lang="fr-FR" dirty="0"/>
          </a:p>
        </p:txBody>
      </p:sp>
      <p:sp>
        <p:nvSpPr>
          <p:cNvPr id="2" name="Title 1"/>
          <p:cNvSpPr>
            <a:spLocks noGrp="1"/>
          </p:cNvSpPr>
          <p:nvPr>
            <p:ph type="title"/>
          </p:nvPr>
        </p:nvSpPr>
        <p:spPr/>
        <p:style>
          <a:lnRef idx="2">
            <a:schemeClr val="accent5">
              <a:shade val="50000"/>
            </a:schemeClr>
          </a:lnRef>
          <a:fillRef idx="1">
            <a:schemeClr val="accent5"/>
          </a:fillRef>
          <a:effectRef idx="0">
            <a:schemeClr val="accent5"/>
          </a:effectRef>
          <a:fontRef idx="minor">
            <a:schemeClr val="lt1"/>
          </a:fontRef>
        </p:style>
        <p:txBody>
          <a:bodyPr>
            <a:normAutofit/>
          </a:bodyPr>
          <a:lstStyle/>
          <a:p>
            <a:pPr lvl="0"/>
            <a:r>
              <a:rPr lang="en-GB" dirty="0" err="1" smtClean="0"/>
              <a:t>MoU</a:t>
            </a:r>
            <a:r>
              <a:rPr lang="en-GB" dirty="0" smtClean="0"/>
              <a:t> Between ITOCA &amp; EKSU</a:t>
            </a:r>
            <a:endParaRPr lang="fr-F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fontScale="92500"/>
          </a:bodyPr>
          <a:lstStyle/>
          <a:p>
            <a:r>
              <a:rPr lang="en-GB" dirty="0" smtClean="0"/>
              <a:t>Information Training and Outreach Centre for Africa</a:t>
            </a:r>
            <a:endParaRPr lang="fr-FR" dirty="0"/>
          </a:p>
        </p:txBody>
      </p:sp>
      <p:sp>
        <p:nvSpPr>
          <p:cNvPr id="4" name="Text Placeholder 3"/>
          <p:cNvSpPr>
            <a:spLocks noGrp="1"/>
          </p:cNvSpPr>
          <p:nvPr>
            <p:ph type="body" sz="half" idx="3"/>
          </p:nvPr>
        </p:nvSpPr>
        <p:spPr/>
        <p:txBody>
          <a:bodyPr/>
          <a:lstStyle/>
          <a:p>
            <a:r>
              <a:rPr lang="en-GB" dirty="0" smtClean="0"/>
              <a:t>Ekiti State University</a:t>
            </a:r>
            <a:endParaRPr lang="fr-FR" dirty="0"/>
          </a:p>
        </p:txBody>
      </p:sp>
      <p:pic>
        <p:nvPicPr>
          <p:cNvPr id="7" name="Content Placeholder 6" descr="itoca.jpg"/>
          <p:cNvPicPr>
            <a:picLocks noGrp="1" noChangeAspect="1"/>
          </p:cNvPicPr>
          <p:nvPr>
            <p:ph sz="quarter" idx="2"/>
          </p:nvPr>
        </p:nvPicPr>
        <p:blipFill>
          <a:blip r:embed="rId2"/>
          <a:stretch>
            <a:fillRect/>
          </a:stretch>
        </p:blipFill>
        <p:spPr>
          <a:xfrm>
            <a:off x="457200" y="1928803"/>
            <a:ext cx="3043230" cy="2464430"/>
          </a:xfrm>
        </p:spPr>
      </p:pic>
      <p:pic>
        <p:nvPicPr>
          <p:cNvPr id="8" name="Content Placeholder 7" descr="wpid-201510091215222.jpg"/>
          <p:cNvPicPr>
            <a:picLocks noGrp="1" noChangeAspect="1"/>
          </p:cNvPicPr>
          <p:nvPr>
            <p:ph sz="quarter" idx="4"/>
          </p:nvPr>
        </p:nvPicPr>
        <p:blipFill>
          <a:blip r:embed="rId3"/>
          <a:stretch>
            <a:fillRect/>
          </a:stretch>
        </p:blipFill>
        <p:spPr>
          <a:xfrm>
            <a:off x="5929322" y="1767462"/>
            <a:ext cx="2571768" cy="2661670"/>
          </a:xfrm>
        </p:spPr>
      </p:pic>
      <p:pic>
        <p:nvPicPr>
          <p:cNvPr id="2050" name="Picture 2" descr="C:\Users\EKSU\Desktop\academic summit\mou-memorandum-understanding-being-signed-two-businessmen-concept-business-partnerships-50459139 (1).jpg"/>
          <p:cNvPicPr>
            <a:picLocks noChangeAspect="1" noChangeArrowheads="1"/>
          </p:cNvPicPr>
          <p:nvPr/>
        </p:nvPicPr>
        <p:blipFill>
          <a:blip r:embed="rId4"/>
          <a:srcRect/>
          <a:stretch>
            <a:fillRect/>
          </a:stretch>
        </p:blipFill>
        <p:spPr bwMode="auto">
          <a:xfrm>
            <a:off x="3714744" y="1928802"/>
            <a:ext cx="2143139" cy="2357453"/>
          </a:xfrm>
          <a:prstGeom prst="rect">
            <a:avLst/>
          </a:prstGeom>
          <a:noFill/>
        </p:spPr>
      </p:pic>
      <p:sp>
        <p:nvSpPr>
          <p:cNvPr id="11" name="Title 10"/>
          <p:cNvSpPr>
            <a:spLocks noGrp="1"/>
          </p:cNvSpPr>
          <p:nvPr>
            <p:ph type="title"/>
          </p:nvPr>
        </p:nvSpPr>
        <p:spPr>
          <a:xfrm>
            <a:off x="457200" y="273050"/>
            <a:ext cx="8307082" cy="70788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GB"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Memorandum of Understanding</a:t>
            </a:r>
            <a:endParaRPr lang="fr-FR"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GB" dirty="0" smtClean="0"/>
              <a:t>The TEEAL machines received through the </a:t>
            </a:r>
            <a:r>
              <a:rPr lang="en-GB" dirty="0" err="1" smtClean="0"/>
              <a:t>MoU</a:t>
            </a:r>
            <a:r>
              <a:rPr lang="en-GB" dirty="0" smtClean="0"/>
              <a:t> have been installed in the Faculty of Agricultural Science.  The tool will enable academic staff of the Faculty to access information on their fields.</a:t>
            </a:r>
          </a:p>
          <a:p>
            <a:endParaRPr lang="en-GB" dirty="0" smtClean="0"/>
          </a:p>
          <a:p>
            <a:endParaRPr lang="fr-FR" dirty="0" smtClean="0"/>
          </a:p>
          <a:p>
            <a:r>
              <a:rPr lang="en-GB" dirty="0" smtClean="0"/>
              <a:t>TEEAL machines contains 350,000 + full-text articles in PDF, 325 + journals, 80 + Publishers.  It covers Agriculture and over 10 related Sciences and it is updated every year.</a:t>
            </a:r>
            <a:endParaRPr lang="fr-FR" dirty="0" smtClean="0"/>
          </a:p>
          <a:p>
            <a:endParaRPr lang="fr-FR" dirty="0"/>
          </a:p>
        </p:txBody>
      </p:sp>
      <p:graphicFrame>
        <p:nvGraphicFramePr>
          <p:cNvPr id="7" name="Diagram 6"/>
          <p:cNvGraphicFramePr/>
          <p:nvPr/>
        </p:nvGraphicFramePr>
        <p:xfrm>
          <a:off x="457200" y="274638"/>
          <a:ext cx="5686436"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lvl="0"/>
            <a:r>
              <a:rPr lang="en-GB" dirty="0" smtClean="0"/>
              <a:t>Three (3) of the Library ICT staff attended the Train-the-Trainers Workshop organised by ITOCA which was held at the University of Ibadan from May 18</a:t>
            </a:r>
            <a:r>
              <a:rPr lang="en-GB" baseline="30000" dirty="0" smtClean="0"/>
              <a:t>th</a:t>
            </a:r>
            <a:r>
              <a:rPr lang="en-GB" dirty="0" smtClean="0"/>
              <a:t> to 22</a:t>
            </a:r>
            <a:r>
              <a:rPr lang="en-GB" baseline="30000" dirty="0" smtClean="0"/>
              <a:t>nd</a:t>
            </a:r>
            <a:r>
              <a:rPr lang="en-GB" dirty="0" smtClean="0"/>
              <a:t>, 2015.</a:t>
            </a:r>
          </a:p>
          <a:p>
            <a:pPr lvl="0"/>
            <a:endParaRPr lang="fr-FR" dirty="0" smtClean="0"/>
          </a:p>
          <a:p>
            <a:pPr lvl="0"/>
            <a:r>
              <a:rPr lang="en-GB" dirty="0" smtClean="0"/>
              <a:t>In addition, another three (3) of the Library staff were sponsored to attend the workshop organised by the Librarian Registration Council of Nigeria (LRCN) held at the University of Ibadan from June 28</a:t>
            </a:r>
            <a:r>
              <a:rPr lang="en-GB" baseline="30000" dirty="0" smtClean="0"/>
              <a:t>th</a:t>
            </a:r>
            <a:r>
              <a:rPr lang="en-GB" dirty="0" smtClean="0"/>
              <a:t> to July 4</a:t>
            </a:r>
            <a:r>
              <a:rPr lang="en-GB" baseline="30000" dirty="0" smtClean="0"/>
              <a:t>th</a:t>
            </a:r>
            <a:r>
              <a:rPr lang="en-GB" dirty="0" smtClean="0"/>
              <a:t>, 2015.</a:t>
            </a:r>
            <a:endParaRPr lang="fr-FR"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endParaRPr lang="en-GB" dirty="0" smtClean="0"/>
          </a:p>
          <a:p>
            <a:pPr lvl="0"/>
            <a:r>
              <a:rPr lang="en-GB" dirty="0" smtClean="0"/>
              <a:t>Another training session is being proposed for May 2016 in EKSU, Ado-Ekiti.</a:t>
            </a:r>
          </a:p>
          <a:p>
            <a:pPr lvl="0"/>
            <a:endParaRPr lang="fr-FR" dirty="0" smtClean="0"/>
          </a:p>
          <a:p>
            <a:r>
              <a:rPr lang="en-GB" dirty="0" smtClean="0"/>
              <a:t>We are optimistic that more </a:t>
            </a:r>
            <a:r>
              <a:rPr lang="en-GB" dirty="0" err="1" smtClean="0"/>
              <a:t>MoUs</a:t>
            </a:r>
            <a:r>
              <a:rPr lang="en-GB" dirty="0" smtClean="0"/>
              <a:t> would be signed with some other reputable Organisations which will be of immense academic benefit to the University.</a:t>
            </a:r>
            <a:endParaRPr lang="fr-FR" dirty="0" smtClean="0"/>
          </a:p>
          <a:p>
            <a:endParaRPr lang="fr-FR" dirty="0"/>
          </a:p>
        </p:txBody>
      </p:sp>
      <p:graphicFrame>
        <p:nvGraphicFramePr>
          <p:cNvPr id="4" name="Diagram 3"/>
          <p:cNvGraphicFramePr/>
          <p:nvPr/>
        </p:nvGraphicFramePr>
        <p:xfrm>
          <a:off x="457200" y="274638"/>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r>
              <a:rPr lang="en-GB" dirty="0" smtClean="0"/>
              <a:t>There will be significant improvement in the quality of services rendered in the University Library, if the challenges militating against effective service delivery identified in this presentation are removed. </a:t>
            </a:r>
          </a:p>
          <a:p>
            <a:endParaRPr lang="en-GB" dirty="0" smtClean="0"/>
          </a:p>
          <a:p>
            <a:r>
              <a:rPr lang="en-GB" dirty="0" smtClean="0"/>
              <a:t>Staff will be motivated to put in their best while the users will be encouraged to patronize the Library.</a:t>
            </a:r>
            <a:endParaRPr lang="fr-FR" dirty="0" smtClean="0"/>
          </a:p>
          <a:p>
            <a:endParaRPr lang="fr-FR" dirty="0"/>
          </a:p>
        </p:txBody>
      </p:sp>
      <p:graphicFrame>
        <p:nvGraphicFramePr>
          <p:cNvPr id="4" name="Diagram 3"/>
          <p:cNvGraphicFramePr/>
          <p:nvPr/>
        </p:nvGraphicFramePr>
        <p:xfrm>
          <a:off x="457200" y="274638"/>
          <a:ext cx="8229600" cy="1439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85852" y="2967334"/>
            <a:ext cx="5643601" cy="92333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endParaRPr lang="fr-FR" sz="6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074" name="Picture 2" descr="C:\Users\EKSU\Desktop\academic summit\thank-you-kids-ThankYou.jpg"/>
          <p:cNvPicPr>
            <a:picLocks noChangeAspect="1" noChangeArrowheads="1"/>
          </p:cNvPicPr>
          <p:nvPr/>
        </p:nvPicPr>
        <p:blipFill>
          <a:blip r:embed="rId2"/>
          <a:srcRect/>
          <a:stretch>
            <a:fillRect/>
          </a:stretch>
        </p:blipFill>
        <p:spPr bwMode="auto">
          <a:xfrm>
            <a:off x="2143108" y="1714488"/>
            <a:ext cx="5286412" cy="3429024"/>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2643</TotalTime>
  <Words>1474</Words>
  <Application>Microsoft Office PowerPoint</Application>
  <PresentationFormat>On-screen Show (4:3)</PresentationFormat>
  <Paragraphs>221</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Concourse</vt:lpstr>
      <vt:lpstr>Slide 1</vt:lpstr>
      <vt:lpstr>Slide 2</vt:lpstr>
      <vt:lpstr>Introduction Contd.</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   No of staff on ground/additional no required</vt:lpstr>
      <vt:lpstr>Slide 22</vt:lpstr>
      <vt:lpstr>Slide 23</vt:lpstr>
      <vt:lpstr>Slide 24</vt:lpstr>
      <vt:lpstr>Slide 25</vt:lpstr>
      <vt:lpstr>Slide 26</vt:lpstr>
      <vt:lpstr>Slide 27</vt:lpstr>
      <vt:lpstr>Slide 28</vt:lpstr>
      <vt:lpstr>Registration of Library Users</vt:lpstr>
      <vt:lpstr>Loan and Return’ Privileges</vt:lpstr>
      <vt:lpstr>MoU Between ITOCA &amp; EKSU</vt:lpstr>
      <vt:lpstr>Memorandum of Understanding</vt:lpstr>
      <vt:lpstr>Slide 33</vt:lpstr>
      <vt:lpstr>Slide 34</vt:lpstr>
      <vt:lpstr>Slide 35</vt:lpstr>
      <vt:lpstr>Slide 36</vt:lpstr>
      <vt:lpstr>Slide 37</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EKSU</dc:creator>
  <cp:lastModifiedBy>EKSU5</cp:lastModifiedBy>
  <cp:revision>14</cp:revision>
  <dcterms:created xsi:type="dcterms:W3CDTF">2016-01-21T23:36:37Z</dcterms:created>
  <dcterms:modified xsi:type="dcterms:W3CDTF">2016-02-01T09:30:11Z</dcterms:modified>
</cp:coreProperties>
</file>