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797675" cy="98742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2563D-9AF7-40F0-AD1E-9D2F203E09CE}" type="datetimeFigureOut">
              <a:rPr lang="en-US" smtClean="0"/>
              <a:pPr/>
              <a:t>1/27/2016</a:t>
            </a:fld>
            <a:endParaRPr lang="en-GB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6F220-9221-4EC8-BC6E-7587E677E40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2563D-9AF7-40F0-AD1E-9D2F203E09CE}" type="datetimeFigureOut">
              <a:rPr lang="en-US" smtClean="0"/>
              <a:pPr/>
              <a:t>1/27/2016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6F220-9221-4EC8-BC6E-7587E677E40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2563D-9AF7-40F0-AD1E-9D2F203E09CE}" type="datetimeFigureOut">
              <a:rPr lang="en-US" smtClean="0"/>
              <a:pPr/>
              <a:t>1/27/2016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7356F220-9221-4EC8-BC6E-7587E677E40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2563D-9AF7-40F0-AD1E-9D2F203E09CE}" type="datetimeFigureOut">
              <a:rPr lang="en-US" smtClean="0"/>
              <a:pPr/>
              <a:t>1/27/2016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6F220-9221-4EC8-BC6E-7587E677E40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2563D-9AF7-40F0-AD1E-9D2F203E09CE}" type="datetimeFigureOut">
              <a:rPr lang="en-US" smtClean="0"/>
              <a:pPr/>
              <a:t>1/27/2016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6F220-9221-4EC8-BC6E-7587E677E40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2563D-9AF7-40F0-AD1E-9D2F203E09CE}" type="datetimeFigureOut">
              <a:rPr lang="en-US" smtClean="0"/>
              <a:pPr/>
              <a:t>1/27/2016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6F220-9221-4EC8-BC6E-7587E677E40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2563D-9AF7-40F0-AD1E-9D2F203E09CE}" type="datetimeFigureOut">
              <a:rPr lang="en-US" smtClean="0"/>
              <a:pPr/>
              <a:t>1/27/2016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6F220-9221-4EC8-BC6E-7587E677E40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2563D-9AF7-40F0-AD1E-9D2F203E09CE}" type="datetimeFigureOut">
              <a:rPr lang="en-US" smtClean="0"/>
              <a:pPr/>
              <a:t>1/27/2016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6F220-9221-4EC8-BC6E-7587E677E40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2563D-9AF7-40F0-AD1E-9D2F203E09CE}" type="datetimeFigureOut">
              <a:rPr lang="en-US" smtClean="0"/>
              <a:pPr/>
              <a:t>1/27/2016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6F220-9221-4EC8-BC6E-7587E677E40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2563D-9AF7-40F0-AD1E-9D2F203E09CE}" type="datetimeFigureOut">
              <a:rPr lang="en-US" smtClean="0"/>
              <a:pPr/>
              <a:t>1/27/2016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6F220-9221-4EC8-BC6E-7587E677E40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2563D-9AF7-40F0-AD1E-9D2F203E09CE}" type="datetimeFigureOut">
              <a:rPr lang="en-US" smtClean="0"/>
              <a:pPr/>
              <a:t>1/27/2016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6F220-9221-4EC8-BC6E-7587E677E40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7902563D-9AF7-40F0-AD1E-9D2F203E09CE}" type="datetimeFigureOut">
              <a:rPr lang="en-US" smtClean="0"/>
              <a:pPr/>
              <a:t>1/27/2016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7356F220-9221-4EC8-BC6E-7587E677E40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EKITI STATE UNIVERSITY</a:t>
            </a:r>
            <a:br>
              <a:rPr lang="en-GB" dirty="0" smtClean="0"/>
            </a:br>
            <a:r>
              <a:rPr lang="en-GB" dirty="0" smtClean="0"/>
              <a:t>FACULTY OF THE SOCIAL SCIENCES POSITION ON EKSU IGR DRIVE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PRESENTED BY</a:t>
            </a:r>
          </a:p>
          <a:p>
            <a:r>
              <a:rPr lang="en-GB" dirty="0" smtClean="0"/>
              <a:t>PROF. W.O ADEBAYO</a:t>
            </a:r>
          </a:p>
          <a:p>
            <a:r>
              <a:rPr lang="en-GB" dirty="0" smtClean="0"/>
              <a:t>DEAN</a:t>
            </a:r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INTRODUCTION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v"/>
            </a:pPr>
            <a:r>
              <a:rPr lang="en-GB" dirty="0" smtClean="0"/>
              <a:t>FSS is one of the foundation Faculties in the University</a:t>
            </a:r>
          </a:p>
          <a:p>
            <a:pPr>
              <a:buFont typeface="Wingdings" pitchFamily="2" charset="2"/>
              <a:buChar char="v"/>
            </a:pPr>
            <a:r>
              <a:rPr lang="en-GB" dirty="0" smtClean="0"/>
              <a:t>Well endowed to provide platform for EKSU transformation</a:t>
            </a:r>
          </a:p>
          <a:p>
            <a:pPr>
              <a:buFont typeface="Wingdings" pitchFamily="2" charset="2"/>
              <a:buChar char="v"/>
            </a:pPr>
            <a:r>
              <a:rPr lang="en-GB" dirty="0" smtClean="0"/>
              <a:t> </a:t>
            </a:r>
          </a:p>
        </p:txBody>
      </p:sp>
    </p:spTree>
  </p:cSld>
  <p:clrMapOvr>
    <a:masterClrMapping/>
  </p:clrMapOvr>
  <p:transition>
    <p:dissolv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REVIEW OF EKSU VENTURES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v"/>
            </a:pPr>
            <a:r>
              <a:rPr lang="en-GB" dirty="0" smtClean="0"/>
              <a:t>Printing Press</a:t>
            </a:r>
          </a:p>
          <a:p>
            <a:pPr>
              <a:buFont typeface="Wingdings" pitchFamily="2" charset="2"/>
              <a:buChar char="v"/>
            </a:pPr>
            <a:r>
              <a:rPr lang="en-GB" dirty="0" smtClean="0"/>
              <a:t>Block industry</a:t>
            </a:r>
          </a:p>
          <a:p>
            <a:pPr>
              <a:buFont typeface="Wingdings" pitchFamily="2" charset="2"/>
              <a:buChar char="v"/>
            </a:pPr>
            <a:r>
              <a:rPr lang="en-GB" dirty="0" smtClean="0"/>
              <a:t>Petrol station</a:t>
            </a:r>
          </a:p>
          <a:p>
            <a:pPr>
              <a:buFont typeface="Wingdings" pitchFamily="2" charset="2"/>
              <a:buChar char="v"/>
            </a:pPr>
            <a:r>
              <a:rPr lang="en-GB" dirty="0" smtClean="0"/>
              <a:t>Guest House</a:t>
            </a:r>
          </a:p>
          <a:p>
            <a:pPr>
              <a:buFont typeface="Wingdings" pitchFamily="2" charset="2"/>
              <a:buChar char="v"/>
            </a:pPr>
            <a:r>
              <a:rPr lang="en-GB" dirty="0" smtClean="0"/>
              <a:t>University farm</a:t>
            </a:r>
          </a:p>
          <a:p>
            <a:pPr>
              <a:buFont typeface="Wingdings" pitchFamily="2" charset="2"/>
              <a:buChar char="v"/>
            </a:pPr>
            <a:endParaRPr lang="en-GB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FSS IGR STRATEGIES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GB" dirty="0" smtClean="0"/>
              <a:t>Consultancy Services</a:t>
            </a:r>
          </a:p>
          <a:p>
            <a:pPr>
              <a:buFont typeface="Wingdings" pitchFamily="2" charset="2"/>
              <a:buChar char="v"/>
            </a:pPr>
            <a:r>
              <a:rPr lang="en-GB" dirty="0" smtClean="0"/>
              <a:t>Repackaging of some existing programmes</a:t>
            </a:r>
          </a:p>
          <a:p>
            <a:pPr>
              <a:buFont typeface="Wingdings" pitchFamily="2" charset="2"/>
              <a:buChar char="v"/>
            </a:pPr>
            <a:r>
              <a:rPr lang="en-GB" dirty="0" smtClean="0"/>
              <a:t>Repackaging of PTP</a:t>
            </a:r>
          </a:p>
          <a:p>
            <a:pPr>
              <a:buFont typeface="Wingdings" pitchFamily="2" charset="2"/>
              <a:buChar char="v"/>
            </a:pPr>
            <a:r>
              <a:rPr lang="en-GB" dirty="0" smtClean="0"/>
              <a:t>Introduction of 3-6 weeks Certificate Programmes in Politics, Tourism and Hospitality Mgt, Election Administration, Criminology, Conflict Mgt, Refugee Studies</a:t>
            </a:r>
          </a:p>
          <a:p>
            <a:pPr>
              <a:buNone/>
            </a:pPr>
            <a:endParaRPr lang="en-GB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FSS IGR STRATEGIES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GB" dirty="0" smtClean="0"/>
              <a:t>Affiliation Programmes with some Public and Private Orgs </a:t>
            </a:r>
            <a:r>
              <a:rPr lang="en-GB" dirty="0" err="1" smtClean="0"/>
              <a:t>e.g</a:t>
            </a:r>
            <a:r>
              <a:rPr lang="en-GB" dirty="0" smtClean="0"/>
              <a:t> LG (Training School), Civil Service (Training School), Chartered Inst, of Public Admin. Inst. of Hotel and Catering Services, Banks, Hotels &amp; Guest Houses</a:t>
            </a:r>
          </a:p>
          <a:p>
            <a:pPr>
              <a:buFont typeface="Wingdings" pitchFamily="2" charset="2"/>
              <a:buChar char="v"/>
            </a:pPr>
            <a:r>
              <a:rPr lang="en-GB" dirty="0" smtClean="0"/>
              <a:t>Interface with the Faculty Alumnus for support </a:t>
            </a:r>
          </a:p>
          <a:p>
            <a:pPr>
              <a:buFont typeface="Wingdings" pitchFamily="2" charset="2"/>
              <a:buChar char="v"/>
            </a:pPr>
            <a:r>
              <a:rPr lang="en-GB" dirty="0" smtClean="0"/>
              <a:t>Seeking of Donation from Corporate Bodies, Public Institutions and Private individuals</a:t>
            </a:r>
          </a:p>
          <a:p>
            <a:pPr>
              <a:buNone/>
            </a:pPr>
            <a:endParaRPr lang="en-GB" dirty="0"/>
          </a:p>
        </p:txBody>
      </p:sp>
    </p:spTree>
  </p:cSld>
  <p:clrMapOvr>
    <a:masterClrMapping/>
  </p:clrMapOvr>
  <p:transition>
    <p:dissolv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FSS IGR STRATEGIES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v"/>
            </a:pPr>
            <a:r>
              <a:rPr lang="en-GB" dirty="0" smtClean="0"/>
              <a:t>Developing New Programmes like </a:t>
            </a:r>
          </a:p>
          <a:p>
            <a:pPr lvl="2">
              <a:buFont typeface="Wingdings" pitchFamily="2" charset="2"/>
              <a:buChar char="Ø"/>
            </a:pPr>
            <a:r>
              <a:rPr lang="en-GB" dirty="0" smtClean="0"/>
              <a:t>Geographical Information System GIS, </a:t>
            </a:r>
          </a:p>
          <a:p>
            <a:pPr lvl="2">
              <a:buFont typeface="Wingdings" pitchFamily="2" charset="2"/>
              <a:buChar char="Ø"/>
            </a:pPr>
            <a:r>
              <a:rPr lang="en-GB" dirty="0" smtClean="0"/>
              <a:t>Refugee Studies</a:t>
            </a:r>
          </a:p>
          <a:p>
            <a:pPr lvl="2">
              <a:buFont typeface="Wingdings" pitchFamily="2" charset="2"/>
              <a:buChar char="Ø"/>
            </a:pPr>
            <a:r>
              <a:rPr lang="en-GB" dirty="0" smtClean="0"/>
              <a:t>Conflicts &amp; Security Studies</a:t>
            </a:r>
          </a:p>
          <a:p>
            <a:pPr lvl="2">
              <a:buFont typeface="Wingdings" pitchFamily="2" charset="2"/>
              <a:buChar char="Ø"/>
            </a:pPr>
            <a:r>
              <a:rPr lang="en-GB" dirty="0" smtClean="0"/>
              <a:t>International Relations &amp; Diplomatic Studies</a:t>
            </a:r>
          </a:p>
          <a:p>
            <a:pPr lvl="2">
              <a:buFont typeface="Wingdings" pitchFamily="2" charset="2"/>
              <a:buChar char="Ø"/>
            </a:pPr>
            <a:r>
              <a:rPr lang="en-GB" dirty="0" smtClean="0"/>
              <a:t>Community </a:t>
            </a:r>
            <a:r>
              <a:rPr lang="en-GB" dirty="0" err="1" smtClean="0"/>
              <a:t>Devpt</a:t>
            </a:r>
            <a:r>
              <a:rPr lang="en-GB" dirty="0" smtClean="0"/>
              <a:t> &amp; Social Works</a:t>
            </a:r>
          </a:p>
          <a:p>
            <a:pPr lvl="2">
              <a:buFont typeface="Wingdings" pitchFamily="2" charset="2"/>
              <a:buChar char="Ø"/>
            </a:pPr>
            <a:r>
              <a:rPr lang="en-GB" dirty="0" smtClean="0"/>
              <a:t>Health Psychology</a:t>
            </a:r>
          </a:p>
          <a:p>
            <a:pPr lvl="2">
              <a:buFont typeface="Wingdings" pitchFamily="2" charset="2"/>
              <a:buChar char="Ø"/>
            </a:pPr>
            <a:r>
              <a:rPr lang="en-GB" dirty="0" smtClean="0"/>
              <a:t>Business Economics</a:t>
            </a:r>
          </a:p>
          <a:p>
            <a:pPr lvl="2">
              <a:buFont typeface="Wingdings" pitchFamily="2" charset="2"/>
              <a:buChar char="Ø"/>
            </a:pPr>
            <a:r>
              <a:rPr lang="en-GB" dirty="0" smtClean="0"/>
              <a:t>Petroleum Economics</a:t>
            </a:r>
          </a:p>
          <a:p>
            <a:pPr lvl="2">
              <a:buFont typeface="Wingdings" pitchFamily="2" charset="2"/>
              <a:buChar char="Ø"/>
            </a:pPr>
            <a:r>
              <a:rPr lang="en-GB" dirty="0" smtClean="0"/>
              <a:t>Economics &amp; Statistics</a:t>
            </a:r>
          </a:p>
          <a:p>
            <a:pPr lvl="2">
              <a:buFont typeface="Wingdings" pitchFamily="2" charset="2"/>
              <a:buChar char="Ø"/>
            </a:pPr>
            <a:r>
              <a:rPr lang="en-GB" dirty="0" smtClean="0"/>
              <a:t>Economics &amp; ICT</a:t>
            </a:r>
          </a:p>
          <a:p>
            <a:pPr lvl="2">
              <a:buFont typeface="Wingdings" pitchFamily="2" charset="2"/>
              <a:buChar char="Ø"/>
            </a:pPr>
            <a:r>
              <a:rPr lang="en-GB" dirty="0" smtClean="0"/>
              <a:t>Political Science &amp; ICT</a:t>
            </a:r>
          </a:p>
          <a:p>
            <a:pPr lvl="2">
              <a:buFont typeface="Wingdings" pitchFamily="2" charset="2"/>
              <a:buChar char="Ø"/>
            </a:pPr>
            <a:r>
              <a:rPr lang="en-GB" dirty="0" smtClean="0"/>
              <a:t>GPS &amp; ICT</a:t>
            </a:r>
          </a:p>
          <a:p>
            <a:pPr lvl="2">
              <a:buFont typeface="Wingdings" pitchFamily="2" charset="2"/>
              <a:buChar char="Ø"/>
            </a:pPr>
            <a:r>
              <a:rPr lang="en-GB" dirty="0" smtClean="0"/>
              <a:t>Sociology  &amp; Social Statistics</a:t>
            </a:r>
          </a:p>
          <a:p>
            <a:pPr lvl="2">
              <a:buFont typeface="Wingdings" pitchFamily="2" charset="2"/>
              <a:buChar char="Ø"/>
            </a:pPr>
            <a:r>
              <a:rPr lang="en-GB" dirty="0" smtClean="0"/>
              <a:t>Demography Studies &amp; Social Statistics </a:t>
            </a:r>
          </a:p>
          <a:p>
            <a:pPr>
              <a:buFont typeface="Wingdings" pitchFamily="2" charset="2"/>
              <a:buChar char="v"/>
            </a:pPr>
            <a:endParaRPr lang="en-GB" dirty="0" smtClean="0"/>
          </a:p>
          <a:p>
            <a:pPr>
              <a:buNone/>
            </a:pPr>
            <a:endParaRPr lang="en-GB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FSS IGR STRATEGIES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v"/>
            </a:pPr>
            <a:r>
              <a:rPr lang="en-GB" dirty="0" smtClean="0"/>
              <a:t>Need for EKSU Mgt.  to return the Faculty based programmes such as Institute of Peace &amp; Security, Gender Studies, PTP to FSS to achieve the goals of setting them up.</a:t>
            </a:r>
          </a:p>
          <a:p>
            <a:pPr>
              <a:buFont typeface="Wingdings" pitchFamily="2" charset="2"/>
              <a:buChar char="v"/>
            </a:pPr>
            <a:r>
              <a:rPr lang="en-GB" dirty="0" smtClean="0"/>
              <a:t>Overhauling of the Faculty PG Programmes in line with Global best practices</a:t>
            </a:r>
          </a:p>
          <a:p>
            <a:pPr>
              <a:buFont typeface="Wingdings" pitchFamily="2" charset="2"/>
              <a:buChar char="v"/>
            </a:pPr>
            <a:r>
              <a:rPr lang="en-GB" dirty="0" smtClean="0"/>
              <a:t>Awards of </a:t>
            </a:r>
            <a:r>
              <a:rPr lang="en-GB" dirty="0" err="1" smtClean="0"/>
              <a:t>Honourary</a:t>
            </a:r>
            <a:r>
              <a:rPr lang="en-GB" dirty="0" smtClean="0"/>
              <a:t> FSS Fellowship award to deserving personalities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FSS IGR STRATEGIES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v"/>
            </a:pPr>
            <a:r>
              <a:rPr lang="en-GB" dirty="0" smtClean="0"/>
              <a:t>Creation of Tourism Village</a:t>
            </a:r>
          </a:p>
          <a:p>
            <a:pPr>
              <a:buFont typeface="Wingdings" pitchFamily="2" charset="2"/>
              <a:buChar char="v"/>
            </a:pPr>
            <a:r>
              <a:rPr lang="en-GB" dirty="0" smtClean="0"/>
              <a:t>Creation of Tourism Gallery/Museum</a:t>
            </a:r>
          </a:p>
          <a:p>
            <a:pPr>
              <a:buFont typeface="Wingdings" pitchFamily="2" charset="2"/>
              <a:buChar char="v"/>
            </a:pPr>
            <a:r>
              <a:rPr lang="en-GB" dirty="0" smtClean="0"/>
              <a:t>Creation of Tourism &amp; Hospitality Kitchen</a:t>
            </a:r>
            <a:endParaRPr lang="en-GB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CHALLENGES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v"/>
            </a:pPr>
            <a:r>
              <a:rPr lang="en-GB" dirty="0" smtClean="0"/>
              <a:t>Funding</a:t>
            </a:r>
          </a:p>
          <a:p>
            <a:pPr>
              <a:buFont typeface="Wingdings" pitchFamily="2" charset="2"/>
              <a:buChar char="v"/>
            </a:pPr>
            <a:r>
              <a:rPr lang="en-GB" dirty="0" smtClean="0"/>
              <a:t>Bureaucratic Bottleneck</a:t>
            </a:r>
          </a:p>
          <a:p>
            <a:pPr>
              <a:buFont typeface="Wingdings" pitchFamily="2" charset="2"/>
              <a:buChar char="v"/>
            </a:pPr>
            <a:r>
              <a:rPr lang="en-GB" dirty="0" smtClean="0"/>
              <a:t>Required Personnel</a:t>
            </a:r>
            <a:endParaRPr lang="en-GB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CONCLUSION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v"/>
            </a:pPr>
            <a:r>
              <a:rPr lang="en-GB" dirty="0" smtClean="0"/>
              <a:t>FSS ready to partner with the University on aggressive revenue drive</a:t>
            </a:r>
          </a:p>
          <a:p>
            <a:pPr>
              <a:buFont typeface="Wingdings" pitchFamily="2" charset="2"/>
              <a:buChar char="v"/>
            </a:pPr>
            <a:r>
              <a:rPr lang="en-GB" dirty="0" smtClean="0"/>
              <a:t>Need to URGENTLY set up Institute of Social Sciences &amp; Development (ISSD) to co-ordinate all these new initiatives and programmes</a:t>
            </a:r>
          </a:p>
          <a:p>
            <a:pPr>
              <a:buFont typeface="Wingdings" pitchFamily="2" charset="2"/>
              <a:buChar char="v"/>
            </a:pPr>
            <a:r>
              <a:rPr lang="en-GB" dirty="0" smtClean="0"/>
              <a:t>Suggest Public- Private –Partnership (PPP) for the University in some of its ventures </a:t>
            </a:r>
          </a:p>
          <a:p>
            <a:pPr>
              <a:buFont typeface="Wingdings" pitchFamily="2" charset="2"/>
              <a:buChar char="v"/>
            </a:pPr>
            <a:endParaRPr lang="en-GB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99</TotalTime>
  <Words>331</Words>
  <Application>Microsoft Office PowerPoint</Application>
  <PresentationFormat>On-screen Show (4:3)</PresentationFormat>
  <Paragraphs>55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Apex</vt:lpstr>
      <vt:lpstr>EKITI STATE UNIVERSITY FACULTY OF THE SOCIAL SCIENCES POSITION ON EKSU IGR DRIVE</vt:lpstr>
      <vt:lpstr>INTRODUCTION</vt:lpstr>
      <vt:lpstr>REVIEW OF EKSU VENTURES</vt:lpstr>
      <vt:lpstr>FSS IGR STRATEGIES</vt:lpstr>
      <vt:lpstr>FSS IGR STRATEGIES </vt:lpstr>
      <vt:lpstr>FSS IGR STRATEGIES</vt:lpstr>
      <vt:lpstr>FSS IGR STRATEGIES</vt:lpstr>
      <vt:lpstr>FSS IGR STRATEGIES</vt:lpstr>
      <vt:lpstr>CHALLENGES</vt:lpstr>
      <vt:lpstr>CONCLUSION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EKITI STATE UNIVERSITY FACULTY OF THE SOCIAL SCIENCES POSITION ON EKSU IGR DRIVE</dc:title>
  <dc:creator>DR. FEMI OMOTOSO</dc:creator>
  <cp:lastModifiedBy>DR. FEMI OMOTOSO</cp:lastModifiedBy>
  <cp:revision>11</cp:revision>
  <dcterms:created xsi:type="dcterms:W3CDTF">2016-01-26T16:04:40Z</dcterms:created>
  <dcterms:modified xsi:type="dcterms:W3CDTF">2016-01-27T03:23:12Z</dcterms:modified>
</cp:coreProperties>
</file>