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3" r:id="rId9"/>
    <p:sldId id="264" r:id="rId10"/>
  </p:sldIdLst>
  <p:sldSz cx="9144000" cy="6858000" type="screen4x3"/>
  <p:notesSz cx="6954838"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45" d="100"/>
          <a:sy n="45" d="100"/>
        </p:scale>
        <p:origin x="-660"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3FEAB0E4-EE5D-452C-A0E5-37E061CE890A}" type="datetimeFigureOut">
              <a:rPr lang="en-US" smtClean="0"/>
              <a:pPr/>
              <a:t>1/26/2016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75C0424D-D439-42D3-9A40-C761469806A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FEAB0E4-EE5D-452C-A0E5-37E061CE890A}" type="datetimeFigureOut">
              <a:rPr lang="en-US" smtClean="0"/>
              <a:pPr/>
              <a:t>1/26/2016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75C0424D-D439-42D3-9A40-C761469806A0}"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3FEAB0E4-EE5D-452C-A0E5-37E061CE890A}" type="datetimeFigureOut">
              <a:rPr lang="en-US" smtClean="0"/>
              <a:pPr/>
              <a:t>1/26/2016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75C0424D-D439-42D3-9A40-C761469806A0}"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3FEAB0E4-EE5D-452C-A0E5-37E061CE890A}" type="datetimeFigureOut">
              <a:rPr lang="en-US" smtClean="0"/>
              <a:pPr/>
              <a:t>1/26/2016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75C0424D-D439-42D3-9A40-C761469806A0}"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3FEAB0E4-EE5D-452C-A0E5-37E061CE890A}" type="datetimeFigureOut">
              <a:rPr lang="en-US" smtClean="0"/>
              <a:pPr/>
              <a:t>1/26/2016</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75C0424D-D439-42D3-9A40-C761469806A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3FEAB0E4-EE5D-452C-A0E5-37E061CE890A}" type="datetimeFigureOut">
              <a:rPr lang="en-US" smtClean="0"/>
              <a:pPr/>
              <a:t>1/26/2016</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75C0424D-D439-42D3-9A40-C761469806A0}"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3FEAB0E4-EE5D-452C-A0E5-37E061CE890A}" type="datetimeFigureOut">
              <a:rPr lang="en-US" smtClean="0"/>
              <a:pPr/>
              <a:t>1/26/2016</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75C0424D-D439-42D3-9A40-C761469806A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3FEAB0E4-EE5D-452C-A0E5-37E061CE890A}" type="datetimeFigureOut">
              <a:rPr lang="en-US" smtClean="0"/>
              <a:pPr/>
              <a:t>1/26/2016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75C0424D-D439-42D3-9A40-C761469806A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3FEAB0E4-EE5D-452C-A0E5-37E061CE890A}" type="datetimeFigureOut">
              <a:rPr lang="en-US" smtClean="0"/>
              <a:pPr/>
              <a:t>1/26/2016</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75C0424D-D439-42D3-9A40-C761469806A0}"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FEAB0E4-EE5D-452C-A0E5-37E061CE890A}" type="datetimeFigureOut">
              <a:rPr lang="en-US" smtClean="0"/>
              <a:pPr/>
              <a:t>1/26/2016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75C0424D-D439-42D3-9A40-C761469806A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FEAB0E4-EE5D-452C-A0E5-37E061CE890A}" type="datetimeFigureOut">
              <a:rPr lang="en-US" smtClean="0"/>
              <a:pPr/>
              <a:t>1/26/2016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75C0424D-D439-42D3-9A40-C761469806A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3FEAB0E4-EE5D-452C-A0E5-37E061CE890A}" type="datetimeFigureOut">
              <a:rPr lang="en-US" smtClean="0"/>
              <a:pPr/>
              <a:t>1/26/2016</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75C0424D-D439-42D3-9A40-C761469806A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0"/>
            <a:ext cx="7772400" cy="5791200"/>
          </a:xfrm>
        </p:spPr>
        <p:txBody>
          <a:bodyPr>
            <a:normAutofit/>
          </a:bodyPr>
          <a:lstStyle/>
          <a:p>
            <a:r>
              <a:rPr lang="en-US" b="1" dirty="0"/>
              <a:t>FACULTY OF LAW’S POSITION ON REVIEW OF EXISTING IGR DRIVES, IMPACT ON THE UNIVERSITY AND ACTION PLANS TO PROPEL EKSU IGR INITIATIVES</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pPr>
              <a:buNone/>
            </a:pPr>
            <a:r>
              <a:rPr lang="en-US" b="1" dirty="0" smtClean="0"/>
              <a:t>		Existing </a:t>
            </a:r>
            <a:r>
              <a:rPr lang="en-US" b="1" dirty="0"/>
              <a:t>IGR Drives</a:t>
            </a:r>
            <a:endParaRPr lang="en-US" dirty="0"/>
          </a:p>
          <a:p>
            <a:r>
              <a:rPr lang="en-US" sz="3600" dirty="0" smtClean="0"/>
              <a:t>Revenue </a:t>
            </a:r>
            <a:r>
              <a:rPr lang="en-US" sz="3600" dirty="0"/>
              <a:t>from school fees from </a:t>
            </a:r>
            <a:r>
              <a:rPr lang="en-US" sz="3600" dirty="0" smtClean="0"/>
              <a:t>	Bachelor </a:t>
            </a:r>
            <a:r>
              <a:rPr lang="en-US" sz="3600" dirty="0"/>
              <a:t>of Laws (LL.B) programme.</a:t>
            </a:r>
            <a:endParaRPr lang="en-US" dirty="0"/>
          </a:p>
          <a:p>
            <a:r>
              <a:rPr lang="en-US" sz="3600" dirty="0" smtClean="0"/>
              <a:t>Revenue </a:t>
            </a:r>
            <a:r>
              <a:rPr lang="en-US" sz="3600" dirty="0"/>
              <a:t>from Postgraduate </a:t>
            </a:r>
            <a:r>
              <a:rPr lang="en-US" sz="3600" dirty="0" smtClean="0"/>
              <a:t>	programme </a:t>
            </a:r>
            <a:r>
              <a:rPr lang="en-US" sz="3600" dirty="0"/>
              <a:t>(LL.M, </a:t>
            </a:r>
            <a:r>
              <a:rPr lang="en-US" sz="3600" dirty="0" err="1"/>
              <a:t>M.Phil</a:t>
            </a:r>
            <a:r>
              <a:rPr lang="en-US" sz="3600" dirty="0"/>
              <a:t> &amp; </a:t>
            </a:r>
            <a:r>
              <a:rPr lang="en-US" sz="3600" dirty="0" err="1"/>
              <a:t>Ph.D</a:t>
            </a:r>
            <a:r>
              <a:rPr lang="en-US" sz="3600" dirty="0"/>
              <a:t>). </a:t>
            </a:r>
            <a:endParaRPr lang="en-US" dirty="0"/>
          </a:p>
          <a:p>
            <a:r>
              <a:rPr lang="en-US" sz="3600" dirty="0" smtClean="0"/>
              <a:t>Revenue </a:t>
            </a:r>
            <a:r>
              <a:rPr lang="en-US" sz="3600" dirty="0"/>
              <a:t>from Diploma in Law </a:t>
            </a:r>
            <a:r>
              <a:rPr lang="en-US" sz="3600" dirty="0" smtClean="0"/>
              <a:t>	Programme</a:t>
            </a:r>
            <a:r>
              <a:rPr lang="en-US" sz="3600" dirty="0"/>
              <a:t>.</a:t>
            </a:r>
          </a:p>
          <a:p>
            <a:endParaRPr lang="en-US" dirty="0"/>
          </a:p>
        </p:txBody>
      </p:sp>
      <p:sp>
        <p:nvSpPr>
          <p:cNvPr id="2" name="Title 1"/>
          <p:cNvSpPr>
            <a:spLocks noGrp="1"/>
          </p:cNvSpPr>
          <p:nvPr>
            <p:ph type="title"/>
          </p:nvPr>
        </p:nvSpPr>
        <p:spPr/>
        <p:txBody>
          <a:bodyPr>
            <a:normAutofit fontScale="90000"/>
          </a:bodyPr>
          <a:lstStyle/>
          <a:p>
            <a:r>
              <a:rPr lang="en-US" b="1" dirty="0"/>
              <a:t>Introduction</a:t>
            </a:r>
            <a:r>
              <a:rPr lang="en-US" dirty="0"/>
              <a:t/>
            </a:r>
            <a:br>
              <a:rPr lang="en-US" dirty="0"/>
            </a:b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	</a:t>
            </a:r>
            <a:r>
              <a:rPr lang="en-US" sz="5400" dirty="0" smtClean="0"/>
              <a:t>Minimal </a:t>
            </a:r>
            <a:r>
              <a:rPr lang="en-US" sz="5400" dirty="0"/>
              <a:t>impact because of the </a:t>
            </a:r>
            <a:r>
              <a:rPr lang="en-US" sz="5400" dirty="0" smtClean="0"/>
              <a:t>	numerical </a:t>
            </a:r>
            <a:r>
              <a:rPr lang="en-US" sz="5400" dirty="0"/>
              <a:t>strength of students </a:t>
            </a:r>
            <a:r>
              <a:rPr lang="en-US" sz="5400" dirty="0" smtClean="0"/>
              <a:t>	on </a:t>
            </a:r>
            <a:r>
              <a:rPr lang="en-US" sz="5400" dirty="0"/>
              <a:t>the </a:t>
            </a:r>
            <a:r>
              <a:rPr lang="en-US" sz="5400" dirty="0" err="1"/>
              <a:t>programmes</a:t>
            </a:r>
            <a:r>
              <a:rPr lang="en-US" sz="5400" dirty="0"/>
              <a:t>.</a:t>
            </a:r>
            <a:endParaRPr lang="en-US" sz="4400" dirty="0"/>
          </a:p>
          <a:p>
            <a:endParaRPr lang="en-US" dirty="0"/>
          </a:p>
        </p:txBody>
      </p:sp>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Impact on the University </a:t>
            </a: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953000"/>
          </a:xfrm>
        </p:spPr>
        <p:txBody>
          <a:bodyPr>
            <a:normAutofit lnSpcReduction="10000"/>
          </a:bodyPr>
          <a:lstStyle/>
          <a:p>
            <a:r>
              <a:rPr lang="en-US" dirty="0"/>
              <a:t>The official quota of the Faculty is 60.</a:t>
            </a:r>
          </a:p>
          <a:p>
            <a:r>
              <a:rPr lang="en-US" dirty="0" smtClean="0"/>
              <a:t>LL.B</a:t>
            </a:r>
            <a:r>
              <a:rPr lang="en-US" dirty="0"/>
              <a:t>. programme is not allowed to be run on </a:t>
            </a:r>
            <a:r>
              <a:rPr lang="en-US" dirty="0" smtClean="0"/>
              <a:t>part-time </a:t>
            </a:r>
            <a:r>
              <a:rPr lang="en-US" dirty="0"/>
              <a:t>basis</a:t>
            </a:r>
          </a:p>
          <a:p>
            <a:r>
              <a:rPr lang="en-US" dirty="0" smtClean="0"/>
              <a:t>Absence </a:t>
            </a:r>
            <a:r>
              <a:rPr lang="en-US" dirty="0"/>
              <a:t>of a Law Clinic which can provide </a:t>
            </a:r>
            <a:r>
              <a:rPr lang="en-US" dirty="0" smtClean="0"/>
              <a:t>pro-bono </a:t>
            </a:r>
            <a:r>
              <a:rPr lang="en-US" dirty="0"/>
              <a:t>services.</a:t>
            </a:r>
          </a:p>
          <a:p>
            <a:r>
              <a:rPr lang="en-US" dirty="0" smtClean="0"/>
              <a:t>Lack </a:t>
            </a:r>
            <a:r>
              <a:rPr lang="en-US" dirty="0"/>
              <a:t>of good offices for consultancy and training </a:t>
            </a:r>
            <a:r>
              <a:rPr lang="en-US" dirty="0" err="1" smtClean="0"/>
              <a:t>programmes</a:t>
            </a:r>
            <a:r>
              <a:rPr lang="en-US" dirty="0"/>
              <a:t>.</a:t>
            </a:r>
          </a:p>
          <a:p>
            <a:r>
              <a:rPr lang="en-US" dirty="0" smtClean="0"/>
              <a:t>Lack </a:t>
            </a:r>
            <a:r>
              <a:rPr lang="en-US" dirty="0"/>
              <a:t>of enough staff at senior positions.</a:t>
            </a:r>
          </a:p>
          <a:p>
            <a:r>
              <a:rPr lang="en-US" dirty="0" smtClean="0"/>
              <a:t>Few </a:t>
            </a:r>
            <a:r>
              <a:rPr lang="en-US" dirty="0"/>
              <a:t>students on the Postgraduate </a:t>
            </a:r>
            <a:r>
              <a:rPr lang="en-US" dirty="0" err="1"/>
              <a:t>programmes</a:t>
            </a:r>
            <a:r>
              <a:rPr lang="en-US" dirty="0"/>
              <a:t>.</a:t>
            </a:r>
          </a:p>
          <a:p>
            <a:r>
              <a:rPr lang="en-US" dirty="0" smtClean="0"/>
              <a:t>Breach </a:t>
            </a:r>
            <a:r>
              <a:rPr lang="en-US" dirty="0"/>
              <a:t>of the agreement for the running of </a:t>
            </a:r>
            <a:r>
              <a:rPr lang="en-US"/>
              <a:t>the </a:t>
            </a:r>
            <a:r>
              <a:rPr lang="en-US" smtClean="0"/>
              <a:t>Diploma </a:t>
            </a:r>
            <a:r>
              <a:rPr lang="en-US" dirty="0"/>
              <a:t>in Law Programme.</a:t>
            </a:r>
          </a:p>
          <a:p>
            <a:endParaRPr lang="en-US" dirty="0"/>
          </a:p>
        </p:txBody>
      </p:sp>
      <p:sp>
        <p:nvSpPr>
          <p:cNvPr id="2" name="Title 1"/>
          <p:cNvSpPr>
            <a:spLocks noGrp="1"/>
          </p:cNvSpPr>
          <p:nvPr>
            <p:ph type="title"/>
          </p:nvPr>
        </p:nvSpPr>
        <p:spPr>
          <a:xfrm>
            <a:off x="304800" y="1066800"/>
            <a:ext cx="8229600" cy="1143000"/>
          </a:xfrm>
        </p:spPr>
        <p:txBody>
          <a:bodyPr>
            <a:normAutofit fontScale="90000"/>
          </a:bodyPr>
          <a:lstStyle/>
          <a:p>
            <a:r>
              <a:rPr lang="en-US" b="1" dirty="0" smtClean="0"/>
              <a:t/>
            </a:r>
            <a:br>
              <a:rPr lang="en-US" b="1" dirty="0" smtClean="0"/>
            </a:br>
            <a:r>
              <a:rPr lang="en-US" b="1" dirty="0" smtClean="0"/>
              <a:t>Challenges </a:t>
            </a:r>
            <a:r>
              <a:rPr lang="en-US" b="1" dirty="0"/>
              <a:t>that impede effective IGR efforts</a:t>
            </a:r>
            <a:r>
              <a:rPr lang="en-US" dirty="0"/>
              <a:t/>
            </a:r>
            <a:br>
              <a:rPr lang="en-US" dirty="0"/>
            </a:b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smtClean="0"/>
              <a:t>The establishment of a Law clinic in the Faculty for training of students and </a:t>
            </a:r>
            <a:r>
              <a:rPr lang="en-US" dirty="0"/>
              <a:t>handling of University cases.</a:t>
            </a:r>
          </a:p>
          <a:p>
            <a:r>
              <a:rPr lang="en-US" dirty="0" smtClean="0"/>
              <a:t>Increase </a:t>
            </a:r>
            <a:r>
              <a:rPr lang="en-US" dirty="0"/>
              <a:t>in the admission quota of the University to be pursued to increase number of fee-paying students.</a:t>
            </a:r>
          </a:p>
          <a:p>
            <a:r>
              <a:rPr lang="en-US" dirty="0" smtClean="0"/>
              <a:t>New </a:t>
            </a:r>
            <a:r>
              <a:rPr lang="en-US" dirty="0" err="1"/>
              <a:t>programmes</a:t>
            </a:r>
            <a:r>
              <a:rPr lang="en-US" dirty="0"/>
              <a:t> for regular and part-time students at sub-degree, degree and postgraduate levels are to be introduced.</a:t>
            </a:r>
          </a:p>
          <a:p>
            <a:endParaRPr lang="en-US" dirty="0"/>
          </a:p>
        </p:txBody>
      </p:sp>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
            </a:r>
            <a:br>
              <a:rPr lang="en-US" b="1" dirty="0" smtClean="0"/>
            </a:br>
            <a:r>
              <a:rPr lang="en-US" dirty="0" smtClean="0"/>
              <a:t> Action Plan to propel EKSU IGR Initiative </a:t>
            </a:r>
            <a:r>
              <a:rPr lang="en-US" b="1" dirty="0" smtClean="0"/>
              <a:t/>
            </a:r>
            <a:br>
              <a:rPr lang="en-US" b="1" dirty="0" smtClean="0"/>
            </a:br>
            <a:r>
              <a:rPr lang="en-US" dirty="0"/>
              <a:t/>
            </a:r>
            <a:br>
              <a:rPr lang="en-US" dirty="0"/>
            </a:b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err="1" smtClean="0"/>
              <a:t>Specialised</a:t>
            </a:r>
            <a:r>
              <a:rPr lang="en-US" dirty="0" smtClean="0"/>
              <a:t> </a:t>
            </a:r>
            <a:r>
              <a:rPr lang="en-US" dirty="0"/>
              <a:t>Institutes and </a:t>
            </a:r>
            <a:r>
              <a:rPr lang="en-US" dirty="0" err="1"/>
              <a:t>Centres</a:t>
            </a:r>
            <a:r>
              <a:rPr lang="en-US" dirty="0"/>
              <a:t> to be established to train students and members of the public in specific areas of the Law.</a:t>
            </a:r>
          </a:p>
          <a:p>
            <a:r>
              <a:rPr lang="en-US" dirty="0" smtClean="0"/>
              <a:t>International </a:t>
            </a:r>
            <a:r>
              <a:rPr lang="en-US" dirty="0"/>
              <a:t>conferences on the Rule of Law and other legal issues. </a:t>
            </a:r>
          </a:p>
          <a:p>
            <a:r>
              <a:rPr lang="en-US" dirty="0" smtClean="0"/>
              <a:t>Seminars </a:t>
            </a:r>
            <a:r>
              <a:rPr lang="en-US" dirty="0"/>
              <a:t>and consultancy services on Legal matters for legislators, councilors, traditional rulers.</a:t>
            </a:r>
          </a:p>
          <a:p>
            <a:r>
              <a:rPr lang="en-US" dirty="0" smtClean="0"/>
              <a:t>Training </a:t>
            </a:r>
            <a:r>
              <a:rPr lang="en-US" dirty="0" err="1"/>
              <a:t>programmes</a:t>
            </a:r>
            <a:r>
              <a:rPr lang="en-US" dirty="0"/>
              <a:t> on sundry legal matters can be </a:t>
            </a:r>
            <a:r>
              <a:rPr lang="en-US" dirty="0" err="1"/>
              <a:t>organised</a:t>
            </a:r>
            <a:r>
              <a:rPr lang="en-US" dirty="0"/>
              <a:t> and handled on behalf of the University</a:t>
            </a:r>
          </a:p>
          <a:p>
            <a:endParaRPr lang="en-US" dirty="0"/>
          </a:p>
        </p:txBody>
      </p:sp>
      <p:sp>
        <p:nvSpPr>
          <p:cNvPr id="2" name="Title 1"/>
          <p:cNvSpPr>
            <a:spLocks noGrp="1"/>
          </p:cNvSpPr>
          <p:nvPr>
            <p:ph type="title"/>
          </p:nvPr>
        </p:nvSpPr>
        <p:spPr/>
        <p:txBody>
          <a:bodyPr/>
          <a:lstStyle/>
          <a:p>
            <a:r>
              <a:rPr lang="en-US" dirty="0" smtClean="0"/>
              <a:t>Action Plan cont’d</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err="1"/>
              <a:t>Organisation</a:t>
            </a:r>
            <a:r>
              <a:rPr lang="en-US" dirty="0"/>
              <a:t> of short-term courses in law for Para-legal officers.</a:t>
            </a:r>
          </a:p>
          <a:p>
            <a:r>
              <a:rPr lang="en-US" dirty="0" err="1" smtClean="0"/>
              <a:t>Obas</a:t>
            </a:r>
            <a:r>
              <a:rPr lang="en-US" dirty="0" smtClean="0"/>
              <a:t> </a:t>
            </a:r>
            <a:r>
              <a:rPr lang="en-US" dirty="0"/>
              <a:t>and Chiefs that are involved in the administration of justice at the local level can be trained</a:t>
            </a:r>
          </a:p>
          <a:p>
            <a:r>
              <a:rPr lang="en-US" dirty="0" smtClean="0"/>
              <a:t>Customary </a:t>
            </a:r>
            <a:r>
              <a:rPr lang="en-US" dirty="0"/>
              <a:t>courts members who are not lawyers can be trained in the Faculty to enhance efficiency.</a:t>
            </a:r>
          </a:p>
          <a:p>
            <a:endParaRPr lang="en-US" dirty="0"/>
          </a:p>
        </p:txBody>
      </p:sp>
      <p:sp>
        <p:nvSpPr>
          <p:cNvPr id="2" name="Title 1"/>
          <p:cNvSpPr>
            <a:spLocks noGrp="1"/>
          </p:cNvSpPr>
          <p:nvPr>
            <p:ph type="title"/>
          </p:nvPr>
        </p:nvSpPr>
        <p:spPr/>
        <p:txBody>
          <a:bodyPr/>
          <a:lstStyle/>
          <a:p>
            <a:r>
              <a:rPr lang="en-US" dirty="0" smtClean="0"/>
              <a:t>Action Plan cont’d</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sz="3600" dirty="0"/>
              <a:t>It is our fervent belief at the Faculty of Law that the Faculty can also be a goldmine for the University if the facilities are upgraded in terms of infrastructure and staffing.  Again, if the suggested action plan is backed up by action, then the Faculty and nay the University may as well be on the way to prosperity in no distant future.</a:t>
            </a:r>
          </a:p>
          <a:p>
            <a:endParaRPr lang="en-US" dirty="0"/>
          </a:p>
        </p:txBody>
      </p:sp>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
            </a:r>
            <a:br>
              <a:rPr lang="en-US" b="1" dirty="0" smtClean="0"/>
            </a:br>
            <a:r>
              <a:rPr lang="en-US" b="1" dirty="0" smtClean="0"/>
              <a:t/>
            </a:r>
            <a:br>
              <a:rPr lang="en-US" b="1" dirty="0" smtClean="0"/>
            </a:br>
            <a:r>
              <a:rPr lang="en-US" dirty="0" smtClean="0"/>
              <a:t> Conclusion </a:t>
            </a:r>
            <a:r>
              <a:rPr lang="en-US" b="1" dirty="0" smtClean="0"/>
              <a:t/>
            </a:r>
            <a:br>
              <a:rPr lang="en-US" b="1" dirty="0" smtClean="0"/>
            </a:br>
            <a:r>
              <a:rPr lang="en-US" dirty="0"/>
              <a:t/>
            </a:r>
            <a:br>
              <a:rPr lang="en-US" dirty="0"/>
            </a:b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pPr>
              <a:buNone/>
            </a:pPr>
            <a:r>
              <a:rPr lang="en-US" sz="7200" dirty="0" smtClean="0"/>
              <a:t> Thanks </a:t>
            </a:r>
            <a:r>
              <a:rPr lang="en-US" sz="7200" dirty="0"/>
              <a:t>for listening</a:t>
            </a:r>
            <a:r>
              <a:rPr lang="en-US" sz="7200" dirty="0" smtClean="0"/>
              <a:t>.</a:t>
            </a:r>
          </a:p>
          <a:p>
            <a:pPr>
              <a:buNone/>
            </a:pPr>
            <a:r>
              <a:rPr lang="en-US" sz="7200" b="1" dirty="0" smtClean="0"/>
              <a:t>	Prof. </a:t>
            </a:r>
            <a:r>
              <a:rPr lang="en-US" sz="7200" b="1" dirty="0" err="1" smtClean="0"/>
              <a:t>Ifedayo</a:t>
            </a:r>
            <a:r>
              <a:rPr lang="en-US" sz="7200" b="1" dirty="0" smtClean="0"/>
              <a:t> Timothy </a:t>
            </a:r>
            <a:r>
              <a:rPr lang="en-US" sz="7200" b="1" dirty="0" err="1" smtClean="0"/>
              <a:t>Akomolede</a:t>
            </a:r>
            <a:endParaRPr lang="en-US" sz="7200" dirty="0" smtClean="0"/>
          </a:p>
          <a:p>
            <a:pPr>
              <a:buNone/>
            </a:pPr>
            <a:r>
              <a:rPr lang="en-US" sz="7200" dirty="0" smtClean="0"/>
              <a:t>    (Dean of Law)</a:t>
            </a:r>
          </a:p>
          <a:p>
            <a:pPr>
              <a:buNone/>
            </a:pPr>
            <a:endParaRPr lang="en-US" sz="7200" dirty="0"/>
          </a:p>
          <a:p>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27</TotalTime>
  <Words>339</Words>
  <Application>Microsoft Office PowerPoint</Application>
  <PresentationFormat>On-screen Show (4:3)</PresentationFormat>
  <Paragraphs>34</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Concourse</vt:lpstr>
      <vt:lpstr>FACULTY OF LAW’S POSITION ON REVIEW OF EXISTING IGR DRIVES, IMPACT ON THE UNIVERSITY AND ACTION PLANS TO PROPEL EKSU IGR INITIATIVES</vt:lpstr>
      <vt:lpstr>Introduction </vt:lpstr>
      <vt:lpstr> Impact on the University  </vt:lpstr>
      <vt:lpstr> Challenges that impede effective IGR efforts </vt:lpstr>
      <vt:lpstr>   Action Plan to propel EKSU IGR Initiative   </vt:lpstr>
      <vt:lpstr>Action Plan cont’d</vt:lpstr>
      <vt:lpstr>Action Plan cont’d</vt:lpstr>
      <vt:lpstr>    Conclusion   </vt:lpstr>
      <vt:lpstr>Slide 9</vt:lpstr>
    </vt:vector>
  </TitlesOfParts>
  <Company>Grizli777</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FACULTY OF LAW’S POSITION ON REVIEW OF EXISTING IGR DRIVES, IMPACT ON THE UNIVERSITY AND ACTION PLANS TO PROPEL EKSU IGR INITIATIVES</dc:title>
  <dc:creator>faculty of Law EKSU</dc:creator>
  <cp:lastModifiedBy>Ogundipe Folake</cp:lastModifiedBy>
  <cp:revision>6</cp:revision>
  <dcterms:created xsi:type="dcterms:W3CDTF">2016-01-26T23:00:21Z</dcterms:created>
  <dcterms:modified xsi:type="dcterms:W3CDTF">2016-01-26T16:01:18Z</dcterms:modified>
</cp:coreProperties>
</file>